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4"/>
  </p:notesMasterIdLst>
  <p:sldIdLst>
    <p:sldId id="273" r:id="rId2"/>
    <p:sldId id="268" r:id="rId3"/>
    <p:sldId id="260" r:id="rId4"/>
    <p:sldId id="275" r:id="rId5"/>
    <p:sldId id="274" r:id="rId6"/>
    <p:sldId id="258" r:id="rId7"/>
    <p:sldId id="290" r:id="rId8"/>
    <p:sldId id="282" r:id="rId9"/>
    <p:sldId id="283" r:id="rId10"/>
    <p:sldId id="278" r:id="rId11"/>
    <p:sldId id="284" r:id="rId12"/>
    <p:sldId id="285" r:id="rId13"/>
    <p:sldId id="286" r:id="rId14"/>
    <p:sldId id="288" r:id="rId15"/>
    <p:sldId id="289" r:id="rId16"/>
    <p:sldId id="287" r:id="rId17"/>
    <p:sldId id="256" r:id="rId18"/>
    <p:sldId id="259" r:id="rId19"/>
    <p:sldId id="291" r:id="rId20"/>
    <p:sldId id="277" r:id="rId21"/>
    <p:sldId id="279" r:id="rId22"/>
    <p:sldId id="292" r:id="rId23"/>
    <p:sldId id="281" r:id="rId24"/>
    <p:sldId id="293" r:id="rId25"/>
    <p:sldId id="294" r:id="rId26"/>
    <p:sldId id="295" r:id="rId27"/>
    <p:sldId id="296" r:id="rId28"/>
    <p:sldId id="297" r:id="rId29"/>
    <p:sldId id="298" r:id="rId30"/>
    <p:sldId id="262" r:id="rId31"/>
    <p:sldId id="299" r:id="rId32"/>
    <p:sldId id="276" r:id="rId3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423D11A-1DF6-EE6B-4EF2-11716DE30A45}" name="Romina Dertscheny-Schwarz" initials="RDS" userId="S::dertscheny-schwarz@eworks-gmbh.de::bf7a6196-0876-49c8-aa05-96405fe9696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283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showGuides="1">
      <p:cViewPr varScale="1">
        <p:scale>
          <a:sx n="160" d="100"/>
          <a:sy n="160" d="100"/>
        </p:scale>
        <p:origin x="192" y="13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8/10/relationships/authors" Target="author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2T12:10:43.002"/>
    </inkml:context>
    <inkml:brush xml:id="br0">
      <inkml:brushProperty name="width" value="0.35" units="cm"/>
      <inkml:brushProperty name="height" value="0.35" units="cm"/>
      <inkml:brushProperty name="color" value="#232323"/>
    </inkml:brush>
  </inkml:definitions>
  <inkml:trace contextRef="#ctx0" brushRef="#br0">545 127 24575,'-59'-3'0,"1"-3"0,0-2 0,0-3 0,1-3 0,0-1 0,1-4 0,-55-25 0,86 38-79,24 6 83,1 0 0,0 0 1,0 0-1,-1 0 1,1 0-1,0 0 0,0 0 1,-1 0-1,1 1 1,0-1-1,0 0 0,0 0 1,-1 0-1,1 0 1,0 1-1,0-1 0,0 0 1,0 0-1,0 0 1,0 1-1,-1-1 0,1 0 1,0 0-1,0 1 1,0-1-1,0 0 0,0 0 1,0 1-1,0-1 1,0 0-1,0 0 0,0 1 1,0-1-1,0 0 1,0 0-1,0 1 1,0-1-1,0 0 0,0 0 1,1 1-1,-1-1 1,0 0-1,0 0 0,0 1 1,3 3-191,-1 1 1,1-1-1,0 0 1,1 0-1,-1-1 1,1 1-1,5 4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2T12:10:43.006"/>
    </inkml:context>
    <inkml:brush xml:id="br0">
      <inkml:brushProperty name="width" value="0.35" units="cm"/>
      <inkml:brushProperty name="height" value="0.35" units="cm"/>
      <inkml:brushProperty name="color" value="#232323"/>
    </inkml:brush>
  </inkml:definitions>
  <inkml:trace contextRef="#ctx0" brushRef="#br0">1 2 24575,'105'-2'0,"116"5"0,-113 10 0,-59-6 0,61 2 0,3-11 0,-54 0 0,1 2 0,103 15 0,-63-3 0,1-3 0,173-9 0,-111-3 0,-112 3 0,0-2 0,83-14 0,-86 9-175,0 3-1,87 2 1,-101 2-664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2T12:10:43.007"/>
    </inkml:context>
    <inkml:brush xml:id="br0">
      <inkml:brushProperty name="width" value="0.35" units="cm"/>
      <inkml:brushProperty name="height" value="0.35" units="cm"/>
      <inkml:brushProperty name="color" value="#232323"/>
    </inkml:brush>
  </inkml:definitions>
  <inkml:trace contextRef="#ctx0" brushRef="#br0">0 1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2T12:10:43.003"/>
    </inkml:context>
    <inkml:brush xml:id="br0">
      <inkml:brushProperty name="width" value="0.35" units="cm"/>
      <inkml:brushProperty name="height" value="0.35" units="cm"/>
      <inkml:brushProperty name="color" value="#232323"/>
    </inkml:brush>
  </inkml:definitions>
  <inkml:trace contextRef="#ctx0" brushRef="#br0">1 1 24575,'721'0'0,"-685"2"0,62 11 0,-59-7 0,50 3 0,468-10 0,-530 2 0,0 2 0,36 8 0,41 3 0,243-12 64,-180-3-1493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2T12:10:43.004"/>
    </inkml:context>
    <inkml:brush xml:id="br0">
      <inkml:brushProperty name="width" value="0.35" units="cm"/>
      <inkml:brushProperty name="height" value="0.35" units="cm"/>
      <inkml:brushProperty name="color" value="#232323"/>
    </inkml:brush>
  </inkml:definitions>
  <inkml:trace contextRef="#ctx0" brushRef="#br0">1 2 24575,'147'-2'0,"163"5"0,-236 4 0,118 29 0,-120-20 0,121 11 0,-47-24 0,278-28 0,-388 21 0,1 3 0,-1 1 0,1 2 0,68 11 0,-10-2 0,1-4 0,138-9 0,-75-1 0,165 3-1365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6-22T12:10:43.005"/>
    </inkml:context>
    <inkml:brush xml:id="br0">
      <inkml:brushProperty name="width" value="0.35" units="cm"/>
      <inkml:brushProperty name="height" value="0.35" units="cm"/>
      <inkml:brushProperty name="color" value="#232323"/>
    </inkml:brush>
  </inkml:definitions>
  <inkml:trace contextRef="#ctx0" brushRef="#br0">1 1 24575,'5'0'0,"6"0"0,7 0 0,6 0 0,2 0 0,4 0 0,0 0 0,1 0 0,-1 0 0,1 0 0,0 0 0,-1 0 0,-1 0 0,1 0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ABFF51-2098-4D5A-94F9-58B977AD4BE2}" type="datetimeFigureOut">
              <a:rPr lang="de-DE" smtClean="0"/>
              <a:t>23.06.2024</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9664C4-E931-43C8-BC1C-83625EAB2A7A}" type="slidenum">
              <a:rPr lang="de-DE" smtClean="0"/>
              <a:t>‹Nr.›</a:t>
            </a:fld>
            <a:endParaRPr lang="de-DE"/>
          </a:p>
        </p:txBody>
      </p:sp>
    </p:spTree>
    <p:extLst>
      <p:ext uri="{BB962C8B-B14F-4D97-AF65-F5344CB8AC3E}">
        <p14:creationId xmlns:p14="http://schemas.microsoft.com/office/powerpoint/2010/main" val="2910671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C89664C4-E931-43C8-BC1C-83625EAB2A7A}" type="slidenum">
              <a:rPr lang="de-DE" smtClean="0"/>
              <a:t>19</a:t>
            </a:fld>
            <a:endParaRPr lang="de-DE"/>
          </a:p>
        </p:txBody>
      </p:sp>
    </p:spTree>
    <p:extLst>
      <p:ext uri="{BB962C8B-B14F-4D97-AF65-F5344CB8AC3E}">
        <p14:creationId xmlns:p14="http://schemas.microsoft.com/office/powerpoint/2010/main" val="2177455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BERT: Auf Satzebene (funktioniert ganz gut), </a:t>
            </a:r>
          </a:p>
        </p:txBody>
      </p:sp>
      <p:sp>
        <p:nvSpPr>
          <p:cNvPr id="4" name="Slide Number Placeholder 3"/>
          <p:cNvSpPr>
            <a:spLocks noGrp="1"/>
          </p:cNvSpPr>
          <p:nvPr>
            <p:ph type="sldNum" sz="quarter" idx="5"/>
          </p:nvPr>
        </p:nvSpPr>
        <p:spPr/>
        <p:txBody>
          <a:bodyPr/>
          <a:lstStyle/>
          <a:p>
            <a:fld id="{C89664C4-E931-43C8-BC1C-83625EAB2A7A}" type="slidenum">
              <a:rPr lang="de-DE" smtClean="0"/>
              <a:t>20</a:t>
            </a:fld>
            <a:endParaRPr lang="de-DE"/>
          </a:p>
        </p:txBody>
      </p:sp>
    </p:spTree>
    <p:extLst>
      <p:ext uri="{BB962C8B-B14F-4D97-AF65-F5344CB8AC3E}">
        <p14:creationId xmlns:p14="http://schemas.microsoft.com/office/powerpoint/2010/main" val="3805114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BERT: Auf Satzebene (funktioniert ganz gut), </a:t>
            </a:r>
          </a:p>
        </p:txBody>
      </p:sp>
      <p:sp>
        <p:nvSpPr>
          <p:cNvPr id="4" name="Slide Number Placeholder 3"/>
          <p:cNvSpPr>
            <a:spLocks noGrp="1"/>
          </p:cNvSpPr>
          <p:nvPr>
            <p:ph type="sldNum" sz="quarter" idx="5"/>
          </p:nvPr>
        </p:nvSpPr>
        <p:spPr/>
        <p:txBody>
          <a:bodyPr/>
          <a:lstStyle/>
          <a:p>
            <a:fld id="{C89664C4-E931-43C8-BC1C-83625EAB2A7A}" type="slidenum">
              <a:rPr lang="de-DE" smtClean="0"/>
              <a:t>21</a:t>
            </a:fld>
            <a:endParaRPr lang="de-DE"/>
          </a:p>
        </p:txBody>
      </p:sp>
    </p:spTree>
    <p:extLst>
      <p:ext uri="{BB962C8B-B14F-4D97-AF65-F5344CB8AC3E}">
        <p14:creationId xmlns:p14="http://schemas.microsoft.com/office/powerpoint/2010/main" val="20570673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BERT: Auf Satzebene (funktioniert ganz gut), </a:t>
            </a:r>
          </a:p>
          <a:p>
            <a:r>
              <a:rPr lang="de-DE" dirty="0"/>
              <a:t>Auf Tokenebene </a:t>
            </a:r>
          </a:p>
          <a:p>
            <a:r>
              <a:rPr lang="de-DE" dirty="0"/>
              <a:t>-einmal mit Cross </a:t>
            </a:r>
            <a:r>
              <a:rPr lang="de-DE" dirty="0" err="1"/>
              <a:t>Entropy</a:t>
            </a:r>
            <a:r>
              <a:rPr lang="de-DE" dirty="0"/>
              <a:t>: </a:t>
            </a:r>
            <a:r>
              <a:rPr lang="de-DE" b="0" dirty="0">
                <a:solidFill>
                  <a:srgbClr val="D4D4D4"/>
                </a:solidFill>
                <a:effectLst/>
                <a:highlight>
                  <a:srgbClr val="1E1E1E"/>
                </a:highlight>
                <a:latin typeface="Courier New" panose="02070309020205020404" pitchFamily="49" charset="0"/>
              </a:rPr>
              <a:t>Die Cross </a:t>
            </a:r>
            <a:r>
              <a:rPr lang="de-DE" b="0" dirty="0" err="1">
                <a:solidFill>
                  <a:srgbClr val="D4D4D4"/>
                </a:solidFill>
                <a:effectLst/>
                <a:highlight>
                  <a:srgbClr val="1E1E1E"/>
                </a:highlight>
                <a:latin typeface="Courier New" panose="02070309020205020404" pitchFamily="49" charset="0"/>
              </a:rPr>
              <a:t>Entropy</a:t>
            </a:r>
            <a:r>
              <a:rPr lang="de-DE" b="0" dirty="0">
                <a:solidFill>
                  <a:srgbClr val="D4D4D4"/>
                </a:solidFill>
                <a:effectLst/>
                <a:highlight>
                  <a:srgbClr val="1E1E1E"/>
                </a:highlight>
                <a:latin typeface="Courier New" panose="02070309020205020404" pitchFamily="49" charset="0"/>
              </a:rPr>
              <a:t> Verlustfunktion ist für unausgeglichene Daten problematisch, da sie alle Klassen gleich gewichtet. Meine Daten sind stark unausgeglichen, da eine Unterbrechung in jedem 10. Satz vorkommt. Dadurch lernt das Modell die Mehrheitsklasse (hier 0) zu bevorzugen, da dies zu einem insgesamt niedrigeren Loss führt (selbst, wenn die Minderheitsklasse kaum richtig klassifiziert wird).</a:t>
            </a:r>
          </a:p>
          <a:p>
            <a:endParaRPr lang="de-DE" b="0" dirty="0">
              <a:solidFill>
                <a:srgbClr val="D4D4D4"/>
              </a:solidFill>
              <a:effectLst/>
              <a:highlight>
                <a:srgbClr val="1E1E1E"/>
              </a:highlight>
              <a:latin typeface="Courier New" panose="02070309020205020404" pitchFamily="49" charset="0"/>
            </a:endParaRPr>
          </a:p>
          <a:p>
            <a:r>
              <a:rPr lang="de-DE" dirty="0"/>
              <a:t>-einmal mit gewichteter Cross </a:t>
            </a:r>
            <a:r>
              <a:rPr lang="de-DE" dirty="0" err="1"/>
              <a:t>Entropy</a:t>
            </a:r>
            <a:r>
              <a:rPr lang="de-DE" dirty="0"/>
              <a:t>:</a:t>
            </a:r>
          </a:p>
        </p:txBody>
      </p:sp>
      <p:sp>
        <p:nvSpPr>
          <p:cNvPr id="4" name="Slide Number Placeholder 3"/>
          <p:cNvSpPr>
            <a:spLocks noGrp="1"/>
          </p:cNvSpPr>
          <p:nvPr>
            <p:ph type="sldNum" sz="quarter" idx="5"/>
          </p:nvPr>
        </p:nvSpPr>
        <p:spPr/>
        <p:txBody>
          <a:bodyPr/>
          <a:lstStyle/>
          <a:p>
            <a:fld id="{C89664C4-E931-43C8-BC1C-83625EAB2A7A}" type="slidenum">
              <a:rPr lang="de-DE" smtClean="0"/>
              <a:t>22</a:t>
            </a:fld>
            <a:endParaRPr lang="de-DE"/>
          </a:p>
        </p:txBody>
      </p:sp>
    </p:spTree>
    <p:extLst>
      <p:ext uri="{BB962C8B-B14F-4D97-AF65-F5344CB8AC3E}">
        <p14:creationId xmlns:p14="http://schemas.microsoft.com/office/powerpoint/2010/main" val="29040280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-einmal mit gewichteter Cross </a:t>
            </a:r>
            <a:r>
              <a:rPr lang="de-DE" dirty="0" err="1"/>
              <a:t>Entropy</a:t>
            </a:r>
            <a:r>
              <a:rPr lang="de-DE" dirty="0"/>
              <a:t>:</a:t>
            </a:r>
          </a:p>
          <a:p>
            <a:endParaRPr lang="de-DE" dirty="0"/>
          </a:p>
          <a:p>
            <a:r>
              <a:rPr lang="de-DE" dirty="0"/>
              <a:t>In Theorie gut möglich, aber es gab Probleme bei der Umsetzung. Trainings- und Validations-Loss waren bei ca. 0,69 und es gab </a:t>
            </a:r>
            <a:r>
              <a:rPr lang="de-DE"/>
              <a:t>keine Verbesserung </a:t>
            </a:r>
            <a:r>
              <a:rPr lang="de-DE" dirty="0"/>
              <a:t>zwischen </a:t>
            </a:r>
            <a:r>
              <a:rPr lang="de-DE"/>
              <a:t>den Epochen.</a:t>
            </a:r>
            <a:endParaRPr lang="de-DE" dirty="0"/>
          </a:p>
        </p:txBody>
      </p:sp>
      <p:sp>
        <p:nvSpPr>
          <p:cNvPr id="4" name="Slide Number Placeholder 3"/>
          <p:cNvSpPr>
            <a:spLocks noGrp="1"/>
          </p:cNvSpPr>
          <p:nvPr>
            <p:ph type="sldNum" sz="quarter" idx="5"/>
          </p:nvPr>
        </p:nvSpPr>
        <p:spPr/>
        <p:txBody>
          <a:bodyPr/>
          <a:lstStyle/>
          <a:p>
            <a:fld id="{C89664C4-E931-43C8-BC1C-83625EAB2A7A}" type="slidenum">
              <a:rPr lang="de-DE" smtClean="0"/>
              <a:t>23</a:t>
            </a:fld>
            <a:endParaRPr lang="de-DE"/>
          </a:p>
        </p:txBody>
      </p:sp>
    </p:spTree>
    <p:extLst>
      <p:ext uri="{BB962C8B-B14F-4D97-AF65-F5344CB8AC3E}">
        <p14:creationId xmlns:p14="http://schemas.microsoft.com/office/powerpoint/2010/main" val="2141961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Leistungsstärkstes BERT Modell</a:t>
            </a:r>
            <a:br>
              <a:rPr lang="de-DE" dirty="0"/>
            </a:br>
            <a:r>
              <a:rPr lang="de-DE" dirty="0"/>
              <a:t>Ergebnis: Durch </a:t>
            </a:r>
            <a:r>
              <a:rPr lang="de-DE" dirty="0" err="1"/>
              <a:t>unbalanced</a:t>
            </a:r>
            <a:r>
              <a:rPr lang="de-DE" dirty="0"/>
              <a:t> Dataset auch nur 0en als Vorhersage.</a:t>
            </a:r>
            <a:endParaRPr lang="en-US" dirty="0"/>
          </a:p>
        </p:txBody>
      </p:sp>
      <p:sp>
        <p:nvSpPr>
          <p:cNvPr id="4" name="Slide Number Placeholder 3"/>
          <p:cNvSpPr>
            <a:spLocks noGrp="1"/>
          </p:cNvSpPr>
          <p:nvPr>
            <p:ph type="sldNum" sz="quarter" idx="5"/>
          </p:nvPr>
        </p:nvSpPr>
        <p:spPr/>
        <p:txBody>
          <a:bodyPr/>
          <a:lstStyle/>
          <a:p>
            <a:fld id="{C89664C4-E931-43C8-BC1C-83625EAB2A7A}" type="slidenum">
              <a:rPr lang="de-DE" smtClean="0"/>
              <a:t>24</a:t>
            </a:fld>
            <a:endParaRPr lang="de-DE"/>
          </a:p>
        </p:txBody>
      </p:sp>
    </p:spTree>
    <p:extLst>
      <p:ext uri="{BB962C8B-B14F-4D97-AF65-F5344CB8AC3E}">
        <p14:creationId xmlns:p14="http://schemas.microsoft.com/office/powerpoint/2010/main" val="1461126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073DD71F-F627-E252-D236-A435D6E7BDE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7188" y="226800"/>
            <a:ext cx="2161036" cy="530353"/>
          </a:xfrm>
          <a:prstGeom prst="rect">
            <a:avLst/>
          </a:prstGeom>
        </p:spPr>
      </p:pic>
      <p:sp>
        <p:nvSpPr>
          <p:cNvPr id="2" name="Titel 1">
            <a:extLst>
              <a:ext uri="{FF2B5EF4-FFF2-40B4-BE49-F238E27FC236}">
                <a16:creationId xmlns:a16="http://schemas.microsoft.com/office/drawing/2014/main" id="{6D2F2999-1E71-B531-4878-5469A20D207C}"/>
              </a:ext>
            </a:extLst>
          </p:cNvPr>
          <p:cNvSpPr>
            <a:spLocks noGrp="1"/>
          </p:cNvSpPr>
          <p:nvPr>
            <p:ph type="ctrTitle" hasCustomPrompt="1"/>
          </p:nvPr>
        </p:nvSpPr>
        <p:spPr>
          <a:xfrm>
            <a:off x="357188" y="2539683"/>
            <a:ext cx="8456400" cy="2387600"/>
          </a:xfrm>
        </p:spPr>
        <p:txBody>
          <a:bodyPr anchor="b"/>
          <a:lstStyle>
            <a:lvl1pPr algn="l">
              <a:lnSpc>
                <a:spcPts val="8800"/>
              </a:lnSpc>
              <a:defRPr sz="8600"/>
            </a:lvl1pPr>
          </a:lstStyle>
          <a:p>
            <a:r>
              <a:rPr lang="de-DE" dirty="0"/>
              <a:t>Titel </a:t>
            </a:r>
            <a:br>
              <a:rPr lang="de-DE" dirty="0"/>
            </a:br>
            <a:r>
              <a:rPr lang="de-DE" dirty="0"/>
              <a:t>bearbeiten</a:t>
            </a:r>
          </a:p>
        </p:txBody>
      </p:sp>
      <p:pic>
        <p:nvPicPr>
          <p:cNvPr id="3" name="omega">
            <a:extLst>
              <a:ext uri="{FF2B5EF4-FFF2-40B4-BE49-F238E27FC236}">
                <a16:creationId xmlns:a16="http://schemas.microsoft.com/office/drawing/2014/main" id="{64602DA8-F54E-2EFA-E5E8-6EF92CA495D8}"/>
              </a:ext>
            </a:extLst>
          </p:cNvPr>
          <p:cNvPicPr>
            <a:picLocks noChangeAspect="1"/>
          </p:cNvPicPr>
          <p:nvPr userDrawn="1"/>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2018" t="5459" r="26728" b="7828"/>
          <a:stretch/>
        </p:blipFill>
        <p:spPr>
          <a:xfrm>
            <a:off x="4831492" y="0"/>
            <a:ext cx="7360508" cy="6858000"/>
          </a:xfrm>
          <a:prstGeom prst="rect">
            <a:avLst/>
          </a:prstGeom>
        </p:spPr>
      </p:pic>
    </p:spTree>
    <p:extLst>
      <p:ext uri="{BB962C8B-B14F-4D97-AF65-F5344CB8AC3E}">
        <p14:creationId xmlns:p14="http://schemas.microsoft.com/office/powerpoint/2010/main" val="10918661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elfolie">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63A6AF66-564C-B576-EB60-C637F75D6B3B}"/>
              </a:ext>
            </a:extLst>
          </p:cNvPr>
          <p:cNvPicPr>
            <a:picLocks noChangeAspect="1"/>
          </p:cNvPicPr>
          <p:nvPr userDrawn="1"/>
        </p:nvPicPr>
        <p:blipFill rotWithShape="1">
          <a:blip r:embed="rId2" cstate="hqprint">
            <a:extLst>
              <a:ext uri="{28A0092B-C50C-407E-A947-70E740481C1C}">
                <a14:useLocalDpi xmlns:a14="http://schemas.microsoft.com/office/drawing/2010/main" val="0"/>
              </a:ext>
            </a:extLst>
          </a:blip>
          <a:srcRect l="579" t="9551" r="6700" b="12301"/>
          <a:stretch/>
        </p:blipFill>
        <p:spPr>
          <a:xfrm>
            <a:off x="0" y="1"/>
            <a:ext cx="12192000" cy="6858000"/>
          </a:xfrm>
          <a:prstGeom prst="rect">
            <a:avLst/>
          </a:prstGeom>
        </p:spPr>
      </p:pic>
      <p:sp>
        <p:nvSpPr>
          <p:cNvPr id="4" name="Rechteck 3">
            <a:extLst>
              <a:ext uri="{FF2B5EF4-FFF2-40B4-BE49-F238E27FC236}">
                <a16:creationId xmlns:a16="http://schemas.microsoft.com/office/drawing/2014/main" id="{B7EBB088-51C6-A0C7-581F-AADFB085DD75}"/>
              </a:ext>
            </a:extLst>
          </p:cNvPr>
          <p:cNvSpPr/>
          <p:nvPr userDrawn="1"/>
        </p:nvSpPr>
        <p:spPr>
          <a:xfrm>
            <a:off x="0" y="0"/>
            <a:ext cx="9509760" cy="6535153"/>
          </a:xfrm>
          <a:prstGeom prst="rect">
            <a:avLst/>
          </a:prstGeom>
          <a:gradFill>
            <a:gsLst>
              <a:gs pos="9000">
                <a:schemeClr val="bg1"/>
              </a:gs>
              <a:gs pos="49000">
                <a:schemeClr val="bg1">
                  <a:alpha val="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Titel 1">
            <a:extLst>
              <a:ext uri="{FF2B5EF4-FFF2-40B4-BE49-F238E27FC236}">
                <a16:creationId xmlns:a16="http://schemas.microsoft.com/office/drawing/2014/main" id="{6D2F2999-1E71-B531-4878-5469A20D207C}"/>
              </a:ext>
            </a:extLst>
          </p:cNvPr>
          <p:cNvSpPr>
            <a:spLocks noGrp="1"/>
          </p:cNvSpPr>
          <p:nvPr>
            <p:ph type="ctrTitle" hasCustomPrompt="1"/>
          </p:nvPr>
        </p:nvSpPr>
        <p:spPr>
          <a:xfrm>
            <a:off x="357188" y="2539683"/>
            <a:ext cx="8456400" cy="2387600"/>
          </a:xfrm>
        </p:spPr>
        <p:txBody>
          <a:bodyPr anchor="b"/>
          <a:lstStyle>
            <a:lvl1pPr algn="l">
              <a:lnSpc>
                <a:spcPts val="8800"/>
              </a:lnSpc>
              <a:defRPr sz="8600"/>
            </a:lvl1pPr>
          </a:lstStyle>
          <a:p>
            <a:r>
              <a:rPr lang="de-DE" dirty="0"/>
              <a:t>Titel </a:t>
            </a:r>
            <a:br>
              <a:rPr lang="de-DE" dirty="0"/>
            </a:br>
            <a:r>
              <a:rPr lang="de-DE" dirty="0"/>
              <a:t>bearbeiten</a:t>
            </a:r>
          </a:p>
        </p:txBody>
      </p:sp>
      <p:pic>
        <p:nvPicPr>
          <p:cNvPr id="8" name="Grafik 7">
            <a:extLst>
              <a:ext uri="{FF2B5EF4-FFF2-40B4-BE49-F238E27FC236}">
                <a16:creationId xmlns:a16="http://schemas.microsoft.com/office/drawing/2014/main" id="{073DD71F-F627-E252-D236-A435D6E7BDE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57188" y="226800"/>
            <a:ext cx="2161036" cy="530353"/>
          </a:xfrm>
          <a:prstGeom prst="rect">
            <a:avLst/>
          </a:prstGeom>
        </p:spPr>
      </p:pic>
    </p:spTree>
    <p:extLst>
      <p:ext uri="{BB962C8B-B14F-4D97-AF65-F5344CB8AC3E}">
        <p14:creationId xmlns:p14="http://schemas.microsoft.com/office/powerpoint/2010/main" val="31257183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rot mit Bildplatzhalter">
    <p:bg>
      <p:bgPr>
        <a:solidFill>
          <a:schemeClr val="accent1"/>
        </a:solidFill>
        <a:effectLst/>
      </p:bgPr>
    </p:bg>
    <p:spTree>
      <p:nvGrpSpPr>
        <p:cNvPr id="1" name=""/>
        <p:cNvGrpSpPr/>
        <p:nvPr/>
      </p:nvGrpSpPr>
      <p:grpSpPr>
        <a:xfrm>
          <a:off x="0" y="0"/>
          <a:ext cx="0" cy="0"/>
          <a:chOff x="0" y="0"/>
          <a:chExt cx="0" cy="0"/>
        </a:xfrm>
      </p:grpSpPr>
      <p:sp>
        <p:nvSpPr>
          <p:cNvPr id="7" name="Bildplatzhalter 6">
            <a:extLst>
              <a:ext uri="{FF2B5EF4-FFF2-40B4-BE49-F238E27FC236}">
                <a16:creationId xmlns:a16="http://schemas.microsoft.com/office/drawing/2014/main" id="{F15C5735-14A2-5472-0518-FFF8D2B6817C}"/>
              </a:ext>
            </a:extLst>
          </p:cNvPr>
          <p:cNvSpPr>
            <a:spLocks noGrp="1"/>
          </p:cNvSpPr>
          <p:nvPr>
            <p:ph type="pic" sz="quarter" idx="10"/>
          </p:nvPr>
        </p:nvSpPr>
        <p:spPr>
          <a:xfrm>
            <a:off x="0" y="0"/>
            <a:ext cx="12193200" cy="6858000"/>
          </a:xfrm>
        </p:spPr>
        <p:txBody>
          <a:bodyPr anchor="ctr"/>
          <a:lstStyle>
            <a:lvl1pPr marL="0" indent="0" algn="ctr">
              <a:buNone/>
              <a:defRPr sz="1200">
                <a:solidFill>
                  <a:schemeClr val="bg1"/>
                </a:solidFill>
              </a:defRPr>
            </a:lvl1pPr>
          </a:lstStyle>
          <a:p>
            <a:r>
              <a:rPr lang="de-DE"/>
              <a:t>Bild durch Klicken auf Symbol hinzufügen</a:t>
            </a:r>
            <a:endParaRPr lang="de-DE" dirty="0"/>
          </a:p>
        </p:txBody>
      </p:sp>
      <p:sp>
        <p:nvSpPr>
          <p:cNvPr id="2" name="Titel 1">
            <a:extLst>
              <a:ext uri="{FF2B5EF4-FFF2-40B4-BE49-F238E27FC236}">
                <a16:creationId xmlns:a16="http://schemas.microsoft.com/office/drawing/2014/main" id="{6D2F2999-1E71-B531-4878-5469A20D207C}"/>
              </a:ext>
            </a:extLst>
          </p:cNvPr>
          <p:cNvSpPr>
            <a:spLocks noGrp="1"/>
          </p:cNvSpPr>
          <p:nvPr>
            <p:ph type="ctrTitle" hasCustomPrompt="1"/>
          </p:nvPr>
        </p:nvSpPr>
        <p:spPr>
          <a:xfrm>
            <a:off x="357188" y="3756211"/>
            <a:ext cx="8456400" cy="1171071"/>
          </a:xfrm>
        </p:spPr>
        <p:txBody>
          <a:bodyPr anchor="b"/>
          <a:lstStyle>
            <a:lvl1pPr algn="l">
              <a:lnSpc>
                <a:spcPts val="8800"/>
              </a:lnSpc>
              <a:defRPr sz="8600">
                <a:solidFill>
                  <a:schemeClr val="bg1"/>
                </a:solidFill>
              </a:defRPr>
            </a:lvl1pPr>
          </a:lstStyle>
          <a:p>
            <a:r>
              <a:rPr lang="de-DE" dirty="0"/>
              <a:t>Titel </a:t>
            </a:r>
            <a:br>
              <a:rPr lang="de-DE" dirty="0"/>
            </a:br>
            <a:r>
              <a:rPr lang="de-DE" dirty="0"/>
              <a:t>bearbeiten</a:t>
            </a:r>
          </a:p>
        </p:txBody>
      </p:sp>
      <p:pic>
        <p:nvPicPr>
          <p:cNvPr id="4" name="Grafik 3" descr="Ein Bild, das Text, ClipArt enthält.&#10;&#10;Automatisch generierte Beschreibung">
            <a:extLst>
              <a:ext uri="{FF2B5EF4-FFF2-40B4-BE49-F238E27FC236}">
                <a16:creationId xmlns:a16="http://schemas.microsoft.com/office/drawing/2014/main" id="{4CF58DF2-554F-F3A5-4A77-5B6C5E3A57F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7188" y="226800"/>
            <a:ext cx="2154940" cy="524257"/>
          </a:xfrm>
          <a:prstGeom prst="rect">
            <a:avLst/>
          </a:prstGeom>
        </p:spPr>
      </p:pic>
    </p:spTree>
    <p:extLst>
      <p:ext uri="{BB962C8B-B14F-4D97-AF65-F5344CB8AC3E}">
        <p14:creationId xmlns:p14="http://schemas.microsoft.com/office/powerpoint/2010/main" val="36183750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Unter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F07878-63EA-3977-B314-9A8C22E2C703}"/>
              </a:ext>
            </a:extLst>
          </p:cNvPr>
          <p:cNvSpPr>
            <a:spLocks noGrp="1"/>
          </p:cNvSpPr>
          <p:nvPr>
            <p:ph type="title" hasCustomPrompt="1"/>
          </p:nvPr>
        </p:nvSpPr>
        <p:spPr>
          <a:xfrm>
            <a:off x="360000" y="1080000"/>
            <a:ext cx="11471638" cy="529343"/>
          </a:xfrm>
        </p:spPr>
        <p:txBody>
          <a:bodyPr/>
          <a:lstStyle>
            <a:lvl1pPr>
              <a:defRPr/>
            </a:lvl1pPr>
          </a:lstStyle>
          <a:p>
            <a:r>
              <a:rPr lang="de-DE" dirty="0"/>
              <a:t>Titel bearbeiten</a:t>
            </a:r>
          </a:p>
        </p:txBody>
      </p:sp>
      <p:sp>
        <p:nvSpPr>
          <p:cNvPr id="3" name="Inhaltsplatzhalter 2">
            <a:extLst>
              <a:ext uri="{FF2B5EF4-FFF2-40B4-BE49-F238E27FC236}">
                <a16:creationId xmlns:a16="http://schemas.microsoft.com/office/drawing/2014/main" id="{C3581A20-C1DF-C740-F432-48F016C1A798}"/>
              </a:ext>
            </a:extLst>
          </p:cNvPr>
          <p:cNvSpPr>
            <a:spLocks noGrp="1"/>
          </p:cNvSpPr>
          <p:nvPr>
            <p:ph idx="1" hasCustomPrompt="1"/>
          </p:nvPr>
        </p:nvSpPr>
        <p:spPr/>
        <p:txBody>
          <a:bodyPr/>
          <a:lstStyle>
            <a:lvl1pPr>
              <a:defRPr/>
            </a:lvl1pPr>
            <a:lvl3pPr>
              <a:defRPr/>
            </a:lvl3pPr>
            <a:lvl4pPr>
              <a:defRPr/>
            </a:lvl4pPr>
            <a:lvl5pPr>
              <a:defRPr/>
            </a:lvl5pPr>
            <a:lvl6pPr marL="900000">
              <a:lnSpc>
                <a:spcPts val="1920"/>
              </a:lnSpc>
              <a:defRPr sz="1400"/>
            </a:lvl6pPr>
            <a:lvl7pPr marL="1116000">
              <a:lnSpc>
                <a:spcPts val="1920"/>
              </a:lnSpc>
              <a:defRPr sz="1400"/>
            </a:lvl7pPr>
          </a:lstStyle>
          <a:p>
            <a:pPr lvl="0"/>
            <a:r>
              <a:rPr lang="de-DE" dirty="0"/>
              <a:t>Textinhalt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2" name="Textplatzhalter 11">
            <a:extLst>
              <a:ext uri="{FF2B5EF4-FFF2-40B4-BE49-F238E27FC236}">
                <a16:creationId xmlns:a16="http://schemas.microsoft.com/office/drawing/2014/main" id="{773C70CF-3387-2970-C095-085C3B4D221C}"/>
              </a:ext>
            </a:extLst>
          </p:cNvPr>
          <p:cNvSpPr>
            <a:spLocks noGrp="1"/>
          </p:cNvSpPr>
          <p:nvPr>
            <p:ph type="body" sz="quarter" idx="12" hasCustomPrompt="1"/>
          </p:nvPr>
        </p:nvSpPr>
        <p:spPr>
          <a:xfrm>
            <a:off x="360000" y="1764000"/>
            <a:ext cx="11473200" cy="378000"/>
          </a:xfrm>
        </p:spPr>
        <p:txBody>
          <a:bodyPr>
            <a:noAutofit/>
          </a:bodyPr>
          <a:lstStyle>
            <a:lvl1pPr marL="0" indent="0">
              <a:lnSpc>
                <a:spcPts val="2900"/>
              </a:lnSpc>
              <a:buNone/>
              <a:defRPr sz="2800" b="1">
                <a:solidFill>
                  <a:schemeClr val="tx1"/>
                </a:solidFill>
              </a:defRPr>
            </a:lvl1pPr>
          </a:lstStyle>
          <a:p>
            <a:pPr lvl="0"/>
            <a:r>
              <a:rPr lang="de-DE" dirty="0"/>
              <a:t>Untertitel bearbeiten</a:t>
            </a:r>
          </a:p>
        </p:txBody>
      </p:sp>
      <p:pic>
        <p:nvPicPr>
          <p:cNvPr id="4" name="Grafik 3">
            <a:extLst>
              <a:ext uri="{FF2B5EF4-FFF2-40B4-BE49-F238E27FC236}">
                <a16:creationId xmlns:a16="http://schemas.microsoft.com/office/drawing/2014/main" id="{17857D49-53B5-0925-D270-F58A02A55751}"/>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5" name="Fußzeilenplatzhalter 4">
            <a:extLst>
              <a:ext uri="{FF2B5EF4-FFF2-40B4-BE49-F238E27FC236}">
                <a16:creationId xmlns:a16="http://schemas.microsoft.com/office/drawing/2014/main" id="{3677E45D-EA94-2A05-1E5F-FB39AFC9399C}"/>
              </a:ext>
            </a:extLst>
          </p:cNvPr>
          <p:cNvSpPr>
            <a:spLocks noGrp="1"/>
          </p:cNvSpPr>
          <p:nvPr>
            <p:ph type="ftr" sz="quarter" idx="13"/>
          </p:nvPr>
        </p:nvSpPr>
        <p:spPr/>
        <p:txBody>
          <a:bodyPr/>
          <a:lstStyle/>
          <a:p>
            <a:r>
              <a:rPr lang="de-DE"/>
              <a:t>www.th-nuernberg.de</a:t>
            </a:r>
            <a:endParaRPr lang="de-DE" dirty="0"/>
          </a:p>
        </p:txBody>
      </p:sp>
      <p:sp>
        <p:nvSpPr>
          <p:cNvPr id="6" name="Foliennummernplatzhalter 5">
            <a:extLst>
              <a:ext uri="{FF2B5EF4-FFF2-40B4-BE49-F238E27FC236}">
                <a16:creationId xmlns:a16="http://schemas.microsoft.com/office/drawing/2014/main" id="{E4ED61F9-A129-0FDE-2F50-65CB13897B7A}"/>
              </a:ext>
            </a:extLst>
          </p:cNvPr>
          <p:cNvSpPr>
            <a:spLocks noGrp="1"/>
          </p:cNvSpPr>
          <p:nvPr>
            <p:ph type="sldNum" sz="quarter" idx="14"/>
          </p:nvPr>
        </p:nvSpPr>
        <p:spPr/>
        <p:txBody>
          <a:bodyPr/>
          <a:lstStyle/>
          <a:p>
            <a:fld id="{13FEB9C3-1FF9-4F1A-B0DB-7E320F93F669}" type="slidenum">
              <a:rPr lang="de-DE" smtClean="0"/>
              <a:pPr/>
              <a:t>‹Nr.›</a:t>
            </a:fld>
            <a:endParaRPr lang="de-DE"/>
          </a:p>
        </p:txBody>
      </p:sp>
    </p:spTree>
    <p:extLst>
      <p:ext uri="{BB962C8B-B14F-4D97-AF65-F5344CB8AC3E}">
        <p14:creationId xmlns:p14="http://schemas.microsoft.com/office/powerpoint/2010/main" val="4101129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F07878-63EA-3977-B314-9A8C22E2C703}"/>
              </a:ext>
            </a:extLst>
          </p:cNvPr>
          <p:cNvSpPr>
            <a:spLocks noGrp="1"/>
          </p:cNvSpPr>
          <p:nvPr>
            <p:ph type="title" hasCustomPrompt="1"/>
          </p:nvPr>
        </p:nvSpPr>
        <p:spPr>
          <a:xfrm>
            <a:off x="360000" y="1080000"/>
            <a:ext cx="11471638" cy="529343"/>
          </a:xfrm>
        </p:spPr>
        <p:txBody>
          <a:bodyPr/>
          <a:lstStyle>
            <a:lvl1pPr>
              <a:defRPr/>
            </a:lvl1pPr>
          </a:lstStyle>
          <a:p>
            <a:r>
              <a:rPr lang="de-DE" dirty="0"/>
              <a:t>Titel bearbeiten</a:t>
            </a:r>
          </a:p>
        </p:txBody>
      </p:sp>
      <p:sp>
        <p:nvSpPr>
          <p:cNvPr id="3" name="Inhaltsplatzhalter 2">
            <a:extLst>
              <a:ext uri="{FF2B5EF4-FFF2-40B4-BE49-F238E27FC236}">
                <a16:creationId xmlns:a16="http://schemas.microsoft.com/office/drawing/2014/main" id="{C3581A20-C1DF-C740-F432-48F016C1A798}"/>
              </a:ext>
            </a:extLst>
          </p:cNvPr>
          <p:cNvSpPr>
            <a:spLocks noGrp="1"/>
          </p:cNvSpPr>
          <p:nvPr>
            <p:ph idx="1" hasCustomPrompt="1"/>
          </p:nvPr>
        </p:nvSpPr>
        <p:spPr>
          <a:xfrm>
            <a:off x="360000" y="1797050"/>
            <a:ext cx="11471638" cy="4439159"/>
          </a:xfrm>
        </p:spPr>
        <p:txBody>
          <a:bodyPr/>
          <a:lstStyle>
            <a:lvl1pPr>
              <a:defRPr/>
            </a:lvl1pPr>
          </a:lstStyle>
          <a:p>
            <a:pPr lvl="0"/>
            <a:r>
              <a:rPr lang="de-DE" dirty="0"/>
              <a:t>Textinhalt bearbeiten</a:t>
            </a:r>
          </a:p>
          <a:p>
            <a:pPr lvl="1"/>
            <a:r>
              <a:rPr lang="de-DE" dirty="0"/>
              <a:t>Zweite Ebene</a:t>
            </a:r>
          </a:p>
          <a:p>
            <a:pPr lvl="2"/>
            <a:r>
              <a:rPr lang="de-DE" dirty="0"/>
              <a:t>Dritte Ebene</a:t>
            </a:r>
          </a:p>
          <a:p>
            <a:pPr lvl="3"/>
            <a:r>
              <a:rPr lang="de-DE" dirty="0"/>
              <a:t>Vierte Ebene</a:t>
            </a:r>
          </a:p>
          <a:p>
            <a:pPr lvl="4"/>
            <a:r>
              <a:rPr lang="de-DE" dirty="0"/>
              <a:t>Fünfte Ebene</a:t>
            </a:r>
          </a:p>
        </p:txBody>
      </p:sp>
      <p:pic>
        <p:nvPicPr>
          <p:cNvPr id="4" name="Grafik 3">
            <a:extLst>
              <a:ext uri="{FF2B5EF4-FFF2-40B4-BE49-F238E27FC236}">
                <a16:creationId xmlns:a16="http://schemas.microsoft.com/office/drawing/2014/main" id="{2DB48314-5880-B59F-70F1-0E27E9BF3136}"/>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5" name="Fußzeilenplatzhalter 4">
            <a:extLst>
              <a:ext uri="{FF2B5EF4-FFF2-40B4-BE49-F238E27FC236}">
                <a16:creationId xmlns:a16="http://schemas.microsoft.com/office/drawing/2014/main" id="{A9EB0A72-FBC9-69D3-72A5-A1A61E01E9CA}"/>
              </a:ext>
            </a:extLst>
          </p:cNvPr>
          <p:cNvSpPr>
            <a:spLocks noGrp="1"/>
          </p:cNvSpPr>
          <p:nvPr>
            <p:ph type="ftr" sz="quarter" idx="10"/>
          </p:nvPr>
        </p:nvSpPr>
        <p:spPr/>
        <p:txBody>
          <a:bodyPr/>
          <a:lstStyle/>
          <a:p>
            <a:r>
              <a:rPr lang="de-DE"/>
              <a:t>www.th-nuernberg.de</a:t>
            </a:r>
            <a:endParaRPr lang="de-DE" dirty="0"/>
          </a:p>
        </p:txBody>
      </p:sp>
      <p:sp>
        <p:nvSpPr>
          <p:cNvPr id="6" name="Foliennummernplatzhalter 5">
            <a:extLst>
              <a:ext uri="{FF2B5EF4-FFF2-40B4-BE49-F238E27FC236}">
                <a16:creationId xmlns:a16="http://schemas.microsoft.com/office/drawing/2014/main" id="{76696324-603F-BB54-E949-1487348E0A97}"/>
              </a:ext>
            </a:extLst>
          </p:cNvPr>
          <p:cNvSpPr>
            <a:spLocks noGrp="1"/>
          </p:cNvSpPr>
          <p:nvPr>
            <p:ph type="sldNum" sz="quarter" idx="11"/>
          </p:nvPr>
        </p:nvSpPr>
        <p:spPr/>
        <p:txBody>
          <a:bodyPr/>
          <a:lstStyle/>
          <a:p>
            <a:fld id="{13FEB9C3-1FF9-4F1A-B0DB-7E320F93F669}" type="slidenum">
              <a:rPr lang="de-DE" smtClean="0"/>
              <a:pPr/>
              <a:t>‹Nr.›</a:t>
            </a:fld>
            <a:endParaRPr lang="de-DE"/>
          </a:p>
        </p:txBody>
      </p:sp>
    </p:spTree>
    <p:extLst>
      <p:ext uri="{BB962C8B-B14F-4D97-AF65-F5344CB8AC3E}">
        <p14:creationId xmlns:p14="http://schemas.microsoft.com/office/powerpoint/2010/main" val="1293302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el und großer Inhalt">
    <p:spTree>
      <p:nvGrpSpPr>
        <p:cNvPr id="1" name=""/>
        <p:cNvGrpSpPr/>
        <p:nvPr/>
      </p:nvGrpSpPr>
      <p:grpSpPr>
        <a:xfrm>
          <a:off x="0" y="0"/>
          <a:ext cx="0" cy="0"/>
          <a:chOff x="0" y="0"/>
          <a:chExt cx="0" cy="0"/>
        </a:xfrm>
      </p:grpSpPr>
      <p:sp>
        <p:nvSpPr>
          <p:cNvPr id="9" name="Foliennummernplatzhalter 8">
            <a:extLst>
              <a:ext uri="{FF2B5EF4-FFF2-40B4-BE49-F238E27FC236}">
                <a16:creationId xmlns:a16="http://schemas.microsoft.com/office/drawing/2014/main" id="{7F6C5E33-7F21-3936-C96B-D7B71F8707D2}"/>
              </a:ext>
            </a:extLst>
          </p:cNvPr>
          <p:cNvSpPr>
            <a:spLocks noGrp="1"/>
          </p:cNvSpPr>
          <p:nvPr>
            <p:ph type="sldNum" sz="quarter" idx="11"/>
          </p:nvPr>
        </p:nvSpPr>
        <p:spPr/>
        <p:txBody>
          <a:bodyPr/>
          <a:lstStyle/>
          <a:p>
            <a:fld id="{13FEB9C3-1FF9-4F1A-B0DB-7E320F93F669}" type="slidenum">
              <a:rPr lang="de-DE" smtClean="0"/>
              <a:pPr/>
              <a:t>‹Nr.›</a:t>
            </a:fld>
            <a:endParaRPr lang="de-DE"/>
          </a:p>
        </p:txBody>
      </p:sp>
      <p:sp>
        <p:nvSpPr>
          <p:cNvPr id="12" name="Textplatzhalter 11">
            <a:extLst>
              <a:ext uri="{FF2B5EF4-FFF2-40B4-BE49-F238E27FC236}">
                <a16:creationId xmlns:a16="http://schemas.microsoft.com/office/drawing/2014/main" id="{773C70CF-3387-2970-C095-085C3B4D221C}"/>
              </a:ext>
            </a:extLst>
          </p:cNvPr>
          <p:cNvSpPr>
            <a:spLocks noGrp="1"/>
          </p:cNvSpPr>
          <p:nvPr>
            <p:ph type="body" sz="quarter" idx="12" hasCustomPrompt="1"/>
          </p:nvPr>
        </p:nvSpPr>
        <p:spPr>
          <a:xfrm>
            <a:off x="360000" y="803880"/>
            <a:ext cx="11473200" cy="378000"/>
          </a:xfrm>
        </p:spPr>
        <p:txBody>
          <a:bodyPr>
            <a:noAutofit/>
          </a:bodyPr>
          <a:lstStyle>
            <a:lvl1pPr marL="0" indent="0">
              <a:lnSpc>
                <a:spcPts val="2900"/>
              </a:lnSpc>
              <a:buNone/>
              <a:defRPr sz="2800" b="1">
                <a:solidFill>
                  <a:schemeClr val="accent1"/>
                </a:solidFill>
              </a:defRPr>
            </a:lvl1pPr>
          </a:lstStyle>
          <a:p>
            <a:pPr lvl="0"/>
            <a:r>
              <a:rPr lang="de-DE" dirty="0"/>
              <a:t>Titel bearbeiten</a:t>
            </a:r>
          </a:p>
        </p:txBody>
      </p:sp>
      <p:sp>
        <p:nvSpPr>
          <p:cNvPr id="6" name="Inhaltsplatzhalter 2">
            <a:extLst>
              <a:ext uri="{FF2B5EF4-FFF2-40B4-BE49-F238E27FC236}">
                <a16:creationId xmlns:a16="http://schemas.microsoft.com/office/drawing/2014/main" id="{711B9E05-1F66-40E4-8A0B-8DDA6922BA6D}"/>
              </a:ext>
            </a:extLst>
          </p:cNvPr>
          <p:cNvSpPr>
            <a:spLocks noGrp="1"/>
          </p:cNvSpPr>
          <p:nvPr>
            <p:ph idx="1" hasCustomPrompt="1"/>
          </p:nvPr>
        </p:nvSpPr>
        <p:spPr>
          <a:xfrm>
            <a:off x="360000" y="1280160"/>
            <a:ext cx="11471638" cy="4956049"/>
          </a:xfrm>
        </p:spPr>
        <p:txBody>
          <a:bodyPr/>
          <a:lstStyle>
            <a:lvl1pPr>
              <a:defRPr/>
            </a:lvl1pPr>
          </a:lstStyle>
          <a:p>
            <a:pPr lvl="0"/>
            <a:r>
              <a:rPr lang="de-DE" dirty="0"/>
              <a:t>Textinhalt bearbeiten</a:t>
            </a:r>
          </a:p>
          <a:p>
            <a:pPr lvl="1"/>
            <a:r>
              <a:rPr lang="de-DE" dirty="0"/>
              <a:t>Zweite Ebene</a:t>
            </a:r>
          </a:p>
          <a:p>
            <a:pPr lvl="2"/>
            <a:r>
              <a:rPr lang="de-DE" dirty="0"/>
              <a:t>Dritte Ebene</a:t>
            </a:r>
          </a:p>
          <a:p>
            <a:pPr lvl="3"/>
            <a:r>
              <a:rPr lang="de-DE" dirty="0"/>
              <a:t>Vierte Ebene</a:t>
            </a:r>
          </a:p>
          <a:p>
            <a:pPr lvl="4"/>
            <a:r>
              <a:rPr lang="de-DE" dirty="0"/>
              <a:t>Fünfte Ebene</a:t>
            </a:r>
          </a:p>
        </p:txBody>
      </p:sp>
      <p:pic>
        <p:nvPicPr>
          <p:cNvPr id="2" name="Grafik 1">
            <a:extLst>
              <a:ext uri="{FF2B5EF4-FFF2-40B4-BE49-F238E27FC236}">
                <a16:creationId xmlns:a16="http://schemas.microsoft.com/office/drawing/2014/main" id="{D40A4FBD-9399-2025-DF41-844B204F11C9}"/>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3" name="Fußzeilenplatzhalter 2">
            <a:extLst>
              <a:ext uri="{FF2B5EF4-FFF2-40B4-BE49-F238E27FC236}">
                <a16:creationId xmlns:a16="http://schemas.microsoft.com/office/drawing/2014/main" id="{6B86E67E-6149-2180-D86F-DCFF7F815FC3}"/>
              </a:ext>
            </a:extLst>
          </p:cNvPr>
          <p:cNvSpPr>
            <a:spLocks noGrp="1"/>
          </p:cNvSpPr>
          <p:nvPr>
            <p:ph type="ftr" sz="quarter" idx="13"/>
          </p:nvPr>
        </p:nvSpPr>
        <p:spPr/>
        <p:txBody>
          <a:bodyPr/>
          <a:lstStyle/>
          <a:p>
            <a:r>
              <a:rPr lang="de-DE"/>
              <a:t>www.th-nuernberg.de</a:t>
            </a:r>
            <a:endParaRPr lang="de-DE" dirty="0"/>
          </a:p>
        </p:txBody>
      </p:sp>
    </p:spTree>
    <p:extLst>
      <p:ext uri="{BB962C8B-B14F-4D97-AF65-F5344CB8AC3E}">
        <p14:creationId xmlns:p14="http://schemas.microsoft.com/office/powerpoint/2010/main" val="37295393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F07878-63EA-3977-B314-9A8C22E2C703}"/>
              </a:ext>
            </a:extLst>
          </p:cNvPr>
          <p:cNvSpPr>
            <a:spLocks noGrp="1"/>
          </p:cNvSpPr>
          <p:nvPr>
            <p:ph type="title" hasCustomPrompt="1"/>
          </p:nvPr>
        </p:nvSpPr>
        <p:spPr>
          <a:xfrm>
            <a:off x="360000" y="1080000"/>
            <a:ext cx="11471638" cy="529343"/>
          </a:xfrm>
        </p:spPr>
        <p:txBody>
          <a:bodyPr/>
          <a:lstStyle>
            <a:lvl1pPr>
              <a:defRPr/>
            </a:lvl1pPr>
          </a:lstStyle>
          <a:p>
            <a:r>
              <a:rPr lang="de-DE" dirty="0"/>
              <a:t>Titel bearbeiten</a:t>
            </a:r>
          </a:p>
        </p:txBody>
      </p:sp>
      <p:sp>
        <p:nvSpPr>
          <p:cNvPr id="3" name="Inhaltsplatzhalter 2">
            <a:extLst>
              <a:ext uri="{FF2B5EF4-FFF2-40B4-BE49-F238E27FC236}">
                <a16:creationId xmlns:a16="http://schemas.microsoft.com/office/drawing/2014/main" id="{C3581A20-C1DF-C740-F432-48F016C1A798}"/>
              </a:ext>
            </a:extLst>
          </p:cNvPr>
          <p:cNvSpPr>
            <a:spLocks noGrp="1"/>
          </p:cNvSpPr>
          <p:nvPr>
            <p:ph idx="1" hasCustomPrompt="1"/>
          </p:nvPr>
        </p:nvSpPr>
        <p:spPr>
          <a:xfrm>
            <a:off x="360000" y="2556001"/>
            <a:ext cx="5567834" cy="3680208"/>
          </a:xfrm>
        </p:spPr>
        <p:txBody>
          <a:bodyPr/>
          <a:lstStyle>
            <a:lvl1pPr>
              <a:defRPr/>
            </a:lvl1pPr>
          </a:lstStyle>
          <a:p>
            <a:pPr lvl="0"/>
            <a:r>
              <a:rPr lang="de-DE" dirty="0"/>
              <a:t>Textinhalt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Fußzeilenplatzhalter 7">
            <a:extLst>
              <a:ext uri="{FF2B5EF4-FFF2-40B4-BE49-F238E27FC236}">
                <a16:creationId xmlns:a16="http://schemas.microsoft.com/office/drawing/2014/main" id="{0C18DFBE-D824-4B92-7420-A11062A353E2}"/>
              </a:ext>
            </a:extLst>
          </p:cNvPr>
          <p:cNvSpPr>
            <a:spLocks noGrp="1"/>
          </p:cNvSpPr>
          <p:nvPr>
            <p:ph type="ftr" sz="quarter" idx="10"/>
          </p:nvPr>
        </p:nvSpPr>
        <p:spPr/>
        <p:txBody>
          <a:bodyPr/>
          <a:lstStyle/>
          <a:p>
            <a:r>
              <a:rPr lang="de-DE"/>
              <a:t>www.th-nuernberg.de</a:t>
            </a:r>
            <a:endParaRPr lang="de-DE" dirty="0"/>
          </a:p>
        </p:txBody>
      </p:sp>
      <p:sp>
        <p:nvSpPr>
          <p:cNvPr id="9" name="Foliennummernplatzhalter 8">
            <a:extLst>
              <a:ext uri="{FF2B5EF4-FFF2-40B4-BE49-F238E27FC236}">
                <a16:creationId xmlns:a16="http://schemas.microsoft.com/office/drawing/2014/main" id="{7F6C5E33-7F21-3936-C96B-D7B71F8707D2}"/>
              </a:ext>
            </a:extLst>
          </p:cNvPr>
          <p:cNvSpPr>
            <a:spLocks noGrp="1"/>
          </p:cNvSpPr>
          <p:nvPr>
            <p:ph type="sldNum" sz="quarter" idx="11"/>
          </p:nvPr>
        </p:nvSpPr>
        <p:spPr/>
        <p:txBody>
          <a:bodyPr/>
          <a:lstStyle/>
          <a:p>
            <a:fld id="{13FEB9C3-1FF9-4F1A-B0DB-7E320F93F669}" type="slidenum">
              <a:rPr lang="de-DE" smtClean="0"/>
              <a:pPr/>
              <a:t>‹Nr.›</a:t>
            </a:fld>
            <a:endParaRPr lang="de-DE"/>
          </a:p>
        </p:txBody>
      </p:sp>
      <p:sp>
        <p:nvSpPr>
          <p:cNvPr id="12" name="Textplatzhalter 11">
            <a:extLst>
              <a:ext uri="{FF2B5EF4-FFF2-40B4-BE49-F238E27FC236}">
                <a16:creationId xmlns:a16="http://schemas.microsoft.com/office/drawing/2014/main" id="{773C70CF-3387-2970-C095-085C3B4D221C}"/>
              </a:ext>
            </a:extLst>
          </p:cNvPr>
          <p:cNvSpPr>
            <a:spLocks noGrp="1"/>
          </p:cNvSpPr>
          <p:nvPr>
            <p:ph type="body" sz="quarter" idx="12" hasCustomPrompt="1"/>
          </p:nvPr>
        </p:nvSpPr>
        <p:spPr>
          <a:xfrm>
            <a:off x="360000" y="1764000"/>
            <a:ext cx="5569200" cy="378000"/>
          </a:xfrm>
        </p:spPr>
        <p:txBody>
          <a:bodyPr>
            <a:noAutofit/>
          </a:bodyPr>
          <a:lstStyle>
            <a:lvl1pPr marL="0" indent="0">
              <a:lnSpc>
                <a:spcPts val="2900"/>
              </a:lnSpc>
              <a:buNone/>
              <a:defRPr sz="2800" b="1">
                <a:solidFill>
                  <a:schemeClr val="tx1"/>
                </a:solidFill>
              </a:defRPr>
            </a:lvl1pPr>
          </a:lstStyle>
          <a:p>
            <a:pPr lvl="0"/>
            <a:r>
              <a:rPr lang="de-DE" dirty="0"/>
              <a:t>Untertitel bearbeiten</a:t>
            </a:r>
          </a:p>
        </p:txBody>
      </p:sp>
      <p:sp>
        <p:nvSpPr>
          <p:cNvPr id="4" name="Inhaltsplatzhalter 2">
            <a:extLst>
              <a:ext uri="{FF2B5EF4-FFF2-40B4-BE49-F238E27FC236}">
                <a16:creationId xmlns:a16="http://schemas.microsoft.com/office/drawing/2014/main" id="{D5771E45-57C3-2620-B432-B601CECEE52E}"/>
              </a:ext>
            </a:extLst>
          </p:cNvPr>
          <p:cNvSpPr>
            <a:spLocks noGrp="1"/>
          </p:cNvSpPr>
          <p:nvPr>
            <p:ph idx="13" hasCustomPrompt="1"/>
          </p:nvPr>
        </p:nvSpPr>
        <p:spPr>
          <a:xfrm>
            <a:off x="6264000" y="2556001"/>
            <a:ext cx="5569200" cy="3680208"/>
          </a:xfrm>
        </p:spPr>
        <p:txBody>
          <a:bodyPr/>
          <a:lstStyle>
            <a:lvl1pPr>
              <a:defRPr/>
            </a:lvl1pPr>
          </a:lstStyle>
          <a:p>
            <a:pPr lvl="0"/>
            <a:r>
              <a:rPr lang="de-DE" dirty="0"/>
              <a:t>Textinhalt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Textplatzhalter 11">
            <a:extLst>
              <a:ext uri="{FF2B5EF4-FFF2-40B4-BE49-F238E27FC236}">
                <a16:creationId xmlns:a16="http://schemas.microsoft.com/office/drawing/2014/main" id="{BABC1A0F-91CF-DFD6-1F8A-E6C2A5DF22C8}"/>
              </a:ext>
            </a:extLst>
          </p:cNvPr>
          <p:cNvSpPr>
            <a:spLocks noGrp="1"/>
          </p:cNvSpPr>
          <p:nvPr>
            <p:ph type="body" sz="quarter" idx="14" hasCustomPrompt="1"/>
          </p:nvPr>
        </p:nvSpPr>
        <p:spPr>
          <a:xfrm>
            <a:off x="6264000" y="1764000"/>
            <a:ext cx="5569200" cy="378000"/>
          </a:xfrm>
        </p:spPr>
        <p:txBody>
          <a:bodyPr>
            <a:noAutofit/>
          </a:bodyPr>
          <a:lstStyle>
            <a:lvl1pPr marL="0" indent="0">
              <a:lnSpc>
                <a:spcPts val="2900"/>
              </a:lnSpc>
              <a:buNone/>
              <a:defRPr sz="2800" b="1">
                <a:solidFill>
                  <a:schemeClr val="tx1"/>
                </a:solidFill>
              </a:defRPr>
            </a:lvl1pPr>
          </a:lstStyle>
          <a:p>
            <a:pPr lvl="0"/>
            <a:r>
              <a:rPr lang="de-DE" dirty="0"/>
              <a:t>Untertitel bearbeiten</a:t>
            </a:r>
          </a:p>
        </p:txBody>
      </p:sp>
      <p:pic>
        <p:nvPicPr>
          <p:cNvPr id="5" name="Grafik 4">
            <a:extLst>
              <a:ext uri="{FF2B5EF4-FFF2-40B4-BE49-F238E27FC236}">
                <a16:creationId xmlns:a16="http://schemas.microsoft.com/office/drawing/2014/main" id="{E661DFCB-8103-CC1D-E336-E8B3816EF7E9}"/>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Tree>
    <p:extLst>
      <p:ext uri="{BB962C8B-B14F-4D97-AF65-F5344CB8AC3E}">
        <p14:creationId xmlns:p14="http://schemas.microsoft.com/office/powerpoint/2010/main" val="3095363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el, ClipArt und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F07878-63EA-3977-B314-9A8C22E2C703}"/>
              </a:ext>
            </a:extLst>
          </p:cNvPr>
          <p:cNvSpPr>
            <a:spLocks noGrp="1"/>
          </p:cNvSpPr>
          <p:nvPr>
            <p:ph type="title" hasCustomPrompt="1"/>
          </p:nvPr>
        </p:nvSpPr>
        <p:spPr>
          <a:xfrm>
            <a:off x="359998" y="1057568"/>
            <a:ext cx="4644000" cy="529343"/>
          </a:xfrm>
        </p:spPr>
        <p:txBody>
          <a:bodyPr anchor="t"/>
          <a:lstStyle>
            <a:lvl1pPr>
              <a:defRPr/>
            </a:lvl1pPr>
          </a:lstStyle>
          <a:p>
            <a:r>
              <a:rPr lang="de-DE" dirty="0"/>
              <a:t>Titel bearbeiten (zweizeilig)</a:t>
            </a:r>
          </a:p>
        </p:txBody>
      </p:sp>
      <p:sp>
        <p:nvSpPr>
          <p:cNvPr id="3" name="Inhaltsplatzhalter 2">
            <a:extLst>
              <a:ext uri="{FF2B5EF4-FFF2-40B4-BE49-F238E27FC236}">
                <a16:creationId xmlns:a16="http://schemas.microsoft.com/office/drawing/2014/main" id="{C3581A20-C1DF-C740-F432-48F016C1A798}"/>
              </a:ext>
            </a:extLst>
          </p:cNvPr>
          <p:cNvSpPr>
            <a:spLocks noGrp="1"/>
          </p:cNvSpPr>
          <p:nvPr>
            <p:ph idx="1" hasCustomPrompt="1"/>
          </p:nvPr>
        </p:nvSpPr>
        <p:spPr>
          <a:xfrm>
            <a:off x="360000" y="2556001"/>
            <a:ext cx="4644000" cy="3680208"/>
          </a:xfrm>
        </p:spPr>
        <p:txBody>
          <a:bodyPr/>
          <a:lstStyle>
            <a:lvl1pPr>
              <a:defRPr/>
            </a:lvl1pPr>
          </a:lstStyle>
          <a:p>
            <a:pPr lvl="0"/>
            <a:r>
              <a:rPr lang="de-DE" dirty="0"/>
              <a:t>Textinhalt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Bildplatzhalter 5">
            <a:extLst>
              <a:ext uri="{FF2B5EF4-FFF2-40B4-BE49-F238E27FC236}">
                <a16:creationId xmlns:a16="http://schemas.microsoft.com/office/drawing/2014/main" id="{16FEB295-B9E9-46BA-EE53-47FF12B40877}"/>
              </a:ext>
            </a:extLst>
          </p:cNvPr>
          <p:cNvSpPr>
            <a:spLocks noGrp="1"/>
          </p:cNvSpPr>
          <p:nvPr>
            <p:ph type="pic" sz="quarter" idx="14"/>
          </p:nvPr>
        </p:nvSpPr>
        <p:spPr>
          <a:xfrm>
            <a:off x="5209200" y="332209"/>
            <a:ext cx="6624000" cy="5904000"/>
          </a:xfrm>
        </p:spPr>
        <p:txBody>
          <a:bodyPr anchor="ctr"/>
          <a:lstStyle>
            <a:lvl1pPr marL="0" indent="0" algn="ctr">
              <a:buNone/>
              <a:defRPr/>
            </a:lvl1pPr>
          </a:lstStyle>
          <a:p>
            <a:r>
              <a:rPr lang="de-DE"/>
              <a:t>Bild durch Klicken auf Symbol hinzufügen</a:t>
            </a:r>
            <a:endParaRPr lang="de-DE" dirty="0"/>
          </a:p>
        </p:txBody>
      </p:sp>
      <p:pic>
        <p:nvPicPr>
          <p:cNvPr id="4" name="Grafik 3">
            <a:extLst>
              <a:ext uri="{FF2B5EF4-FFF2-40B4-BE49-F238E27FC236}">
                <a16:creationId xmlns:a16="http://schemas.microsoft.com/office/drawing/2014/main" id="{8D45CD1F-EA7D-98A3-6B43-67BDEAACCB8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5" name="Fußzeilenplatzhalter 4">
            <a:extLst>
              <a:ext uri="{FF2B5EF4-FFF2-40B4-BE49-F238E27FC236}">
                <a16:creationId xmlns:a16="http://schemas.microsoft.com/office/drawing/2014/main" id="{9542CFC6-A2F3-0CEB-58F0-7304B6A3025A}"/>
              </a:ext>
            </a:extLst>
          </p:cNvPr>
          <p:cNvSpPr>
            <a:spLocks noGrp="1"/>
          </p:cNvSpPr>
          <p:nvPr>
            <p:ph type="ftr" sz="quarter" idx="15"/>
          </p:nvPr>
        </p:nvSpPr>
        <p:spPr/>
        <p:txBody>
          <a:bodyPr/>
          <a:lstStyle/>
          <a:p>
            <a:r>
              <a:rPr lang="de-DE"/>
              <a:t>www.th-nuernberg.de</a:t>
            </a:r>
            <a:endParaRPr lang="de-DE" dirty="0"/>
          </a:p>
        </p:txBody>
      </p:sp>
      <p:sp>
        <p:nvSpPr>
          <p:cNvPr id="7" name="Foliennummernplatzhalter 6">
            <a:extLst>
              <a:ext uri="{FF2B5EF4-FFF2-40B4-BE49-F238E27FC236}">
                <a16:creationId xmlns:a16="http://schemas.microsoft.com/office/drawing/2014/main" id="{6362378C-8DD8-C152-F6CC-ED0059314298}"/>
              </a:ext>
            </a:extLst>
          </p:cNvPr>
          <p:cNvSpPr>
            <a:spLocks noGrp="1"/>
          </p:cNvSpPr>
          <p:nvPr>
            <p:ph type="sldNum" sz="quarter" idx="16"/>
          </p:nvPr>
        </p:nvSpPr>
        <p:spPr/>
        <p:txBody>
          <a:bodyPr/>
          <a:lstStyle/>
          <a:p>
            <a:fld id="{13FEB9C3-1FF9-4F1A-B0DB-7E320F93F669}" type="slidenum">
              <a:rPr lang="de-DE" smtClean="0"/>
              <a:pPr/>
              <a:t>‹Nr.›</a:t>
            </a:fld>
            <a:endParaRPr lang="de-DE"/>
          </a:p>
        </p:txBody>
      </p:sp>
    </p:spTree>
    <p:extLst>
      <p:ext uri="{BB962C8B-B14F-4D97-AF65-F5344CB8AC3E}">
        <p14:creationId xmlns:p14="http://schemas.microsoft.com/office/powerpoint/2010/main" val="796135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F07878-63EA-3977-B314-9A8C22E2C703}"/>
              </a:ext>
            </a:extLst>
          </p:cNvPr>
          <p:cNvSpPr>
            <a:spLocks noGrp="1"/>
          </p:cNvSpPr>
          <p:nvPr>
            <p:ph type="title" hasCustomPrompt="1"/>
          </p:nvPr>
        </p:nvSpPr>
        <p:spPr>
          <a:xfrm>
            <a:off x="360000" y="1080000"/>
            <a:ext cx="11471638" cy="529343"/>
          </a:xfrm>
        </p:spPr>
        <p:txBody>
          <a:bodyPr/>
          <a:lstStyle>
            <a:lvl1pPr>
              <a:defRPr/>
            </a:lvl1pPr>
          </a:lstStyle>
          <a:p>
            <a:r>
              <a:rPr lang="de-DE" dirty="0"/>
              <a:t>Titel bearbeiten</a:t>
            </a:r>
          </a:p>
        </p:txBody>
      </p:sp>
      <p:pic>
        <p:nvPicPr>
          <p:cNvPr id="4" name="Grafik 3">
            <a:extLst>
              <a:ext uri="{FF2B5EF4-FFF2-40B4-BE49-F238E27FC236}">
                <a16:creationId xmlns:a16="http://schemas.microsoft.com/office/drawing/2014/main" id="{D01711F5-F1B0-35F1-0DA8-434EB3E5791F}"/>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8" name="Fußzeilenplatzhalter 7">
            <a:extLst>
              <a:ext uri="{FF2B5EF4-FFF2-40B4-BE49-F238E27FC236}">
                <a16:creationId xmlns:a16="http://schemas.microsoft.com/office/drawing/2014/main" id="{2823C215-FBCC-4133-9718-CDB5059618FC}"/>
              </a:ext>
            </a:extLst>
          </p:cNvPr>
          <p:cNvSpPr>
            <a:spLocks noGrp="1"/>
          </p:cNvSpPr>
          <p:nvPr>
            <p:ph type="ftr" sz="quarter" idx="14"/>
          </p:nvPr>
        </p:nvSpPr>
        <p:spPr/>
        <p:txBody>
          <a:bodyPr/>
          <a:lstStyle/>
          <a:p>
            <a:r>
              <a:rPr lang="de-DE"/>
              <a:t>www.th-nuernberg.de</a:t>
            </a:r>
            <a:endParaRPr lang="de-DE" dirty="0"/>
          </a:p>
        </p:txBody>
      </p:sp>
      <p:sp>
        <p:nvSpPr>
          <p:cNvPr id="10" name="Foliennummernplatzhalter 9">
            <a:extLst>
              <a:ext uri="{FF2B5EF4-FFF2-40B4-BE49-F238E27FC236}">
                <a16:creationId xmlns:a16="http://schemas.microsoft.com/office/drawing/2014/main" id="{017321A5-3E52-01A4-A7FF-6083C229B57A}"/>
              </a:ext>
            </a:extLst>
          </p:cNvPr>
          <p:cNvSpPr>
            <a:spLocks noGrp="1"/>
          </p:cNvSpPr>
          <p:nvPr>
            <p:ph type="sldNum" sz="quarter" idx="15"/>
          </p:nvPr>
        </p:nvSpPr>
        <p:spPr/>
        <p:txBody>
          <a:bodyPr/>
          <a:lstStyle/>
          <a:p>
            <a:fld id="{13FEB9C3-1FF9-4F1A-B0DB-7E320F93F669}" type="slidenum">
              <a:rPr lang="de-DE" smtClean="0"/>
              <a:pPr/>
              <a:t>‹Nr.›</a:t>
            </a:fld>
            <a:endParaRPr lang="de-DE"/>
          </a:p>
        </p:txBody>
      </p:sp>
    </p:spTree>
    <p:extLst>
      <p:ext uri="{BB962C8B-B14F-4D97-AF65-F5344CB8AC3E}">
        <p14:creationId xmlns:p14="http://schemas.microsoft.com/office/powerpoint/2010/main" val="3853679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ur Inhalt, ohne Titel">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C3581A20-C1DF-C740-F432-48F016C1A798}"/>
              </a:ext>
            </a:extLst>
          </p:cNvPr>
          <p:cNvSpPr>
            <a:spLocks noGrp="1"/>
          </p:cNvSpPr>
          <p:nvPr>
            <p:ph idx="1" hasCustomPrompt="1"/>
          </p:nvPr>
        </p:nvSpPr>
        <p:spPr>
          <a:xfrm>
            <a:off x="360000" y="1076325"/>
            <a:ext cx="11471638" cy="5159885"/>
          </a:xfrm>
        </p:spPr>
        <p:txBody>
          <a:bodyPr/>
          <a:lstStyle>
            <a:lvl1pPr>
              <a:defRPr/>
            </a:lvl1pPr>
          </a:lstStyle>
          <a:p>
            <a:pPr lvl="0"/>
            <a:r>
              <a:rPr lang="de-DE" dirty="0"/>
              <a:t>Textinhalt bearbeiten</a:t>
            </a:r>
          </a:p>
          <a:p>
            <a:pPr lvl="1"/>
            <a:r>
              <a:rPr lang="de-DE" dirty="0"/>
              <a:t>Zweite Ebene</a:t>
            </a:r>
          </a:p>
          <a:p>
            <a:pPr lvl="2"/>
            <a:r>
              <a:rPr lang="de-DE" dirty="0"/>
              <a:t>Dritte Ebene</a:t>
            </a:r>
          </a:p>
          <a:p>
            <a:pPr lvl="3"/>
            <a:r>
              <a:rPr lang="de-DE" dirty="0"/>
              <a:t>Vierte Ebene</a:t>
            </a:r>
          </a:p>
          <a:p>
            <a:pPr lvl="4"/>
            <a:r>
              <a:rPr lang="de-DE" dirty="0"/>
              <a:t>Fünfte Ebene</a:t>
            </a:r>
          </a:p>
        </p:txBody>
      </p:sp>
      <p:pic>
        <p:nvPicPr>
          <p:cNvPr id="4" name="Grafik 3">
            <a:extLst>
              <a:ext uri="{FF2B5EF4-FFF2-40B4-BE49-F238E27FC236}">
                <a16:creationId xmlns:a16="http://schemas.microsoft.com/office/drawing/2014/main" id="{2DB48314-5880-B59F-70F1-0E27E9BF3136}"/>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5" name="Fußzeilenplatzhalter 4">
            <a:extLst>
              <a:ext uri="{FF2B5EF4-FFF2-40B4-BE49-F238E27FC236}">
                <a16:creationId xmlns:a16="http://schemas.microsoft.com/office/drawing/2014/main" id="{A9EB0A72-FBC9-69D3-72A5-A1A61E01E9CA}"/>
              </a:ext>
            </a:extLst>
          </p:cNvPr>
          <p:cNvSpPr>
            <a:spLocks noGrp="1"/>
          </p:cNvSpPr>
          <p:nvPr>
            <p:ph type="ftr" sz="quarter" idx="10"/>
          </p:nvPr>
        </p:nvSpPr>
        <p:spPr/>
        <p:txBody>
          <a:bodyPr/>
          <a:lstStyle/>
          <a:p>
            <a:r>
              <a:rPr lang="de-DE"/>
              <a:t>www.th-nuernberg.de</a:t>
            </a:r>
            <a:endParaRPr lang="de-DE" dirty="0"/>
          </a:p>
        </p:txBody>
      </p:sp>
      <p:sp>
        <p:nvSpPr>
          <p:cNvPr id="6" name="Foliennummernplatzhalter 5">
            <a:extLst>
              <a:ext uri="{FF2B5EF4-FFF2-40B4-BE49-F238E27FC236}">
                <a16:creationId xmlns:a16="http://schemas.microsoft.com/office/drawing/2014/main" id="{76696324-603F-BB54-E949-1487348E0A97}"/>
              </a:ext>
            </a:extLst>
          </p:cNvPr>
          <p:cNvSpPr>
            <a:spLocks noGrp="1"/>
          </p:cNvSpPr>
          <p:nvPr>
            <p:ph type="sldNum" sz="quarter" idx="11"/>
          </p:nvPr>
        </p:nvSpPr>
        <p:spPr/>
        <p:txBody>
          <a:bodyPr/>
          <a:lstStyle/>
          <a:p>
            <a:fld id="{13FEB9C3-1FF9-4F1A-B0DB-7E320F93F669}" type="slidenum">
              <a:rPr lang="de-DE" smtClean="0"/>
              <a:pPr/>
              <a:t>‹Nr.›</a:t>
            </a:fld>
            <a:endParaRPr lang="de-DE"/>
          </a:p>
        </p:txBody>
      </p:sp>
    </p:spTree>
    <p:extLst>
      <p:ext uri="{BB962C8B-B14F-4D97-AF65-F5344CB8AC3E}">
        <p14:creationId xmlns:p14="http://schemas.microsoft.com/office/powerpoint/2010/main" val="2492010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Kapitelfolie dunkel (mit Untertitel)">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2ABEB4-2C14-6FDA-C403-054743E55DE1}"/>
              </a:ext>
            </a:extLst>
          </p:cNvPr>
          <p:cNvSpPr>
            <a:spLocks noGrp="1"/>
          </p:cNvSpPr>
          <p:nvPr>
            <p:ph type="title" hasCustomPrompt="1"/>
          </p:nvPr>
        </p:nvSpPr>
        <p:spPr>
          <a:xfrm>
            <a:off x="831850" y="2065592"/>
            <a:ext cx="10515600" cy="1500187"/>
          </a:xfrm>
        </p:spPr>
        <p:txBody>
          <a:bodyPr anchor="b"/>
          <a:lstStyle>
            <a:lvl1pPr algn="ctr">
              <a:lnSpc>
                <a:spcPts val="5500"/>
              </a:lnSpc>
              <a:defRPr sz="5400">
                <a:solidFill>
                  <a:schemeClr val="bg1"/>
                </a:solidFill>
              </a:defRPr>
            </a:lvl1pPr>
          </a:lstStyle>
          <a:p>
            <a:r>
              <a:rPr lang="de-DE" dirty="0"/>
              <a:t>Titel des Kapitels bearbeiten</a:t>
            </a:r>
          </a:p>
        </p:txBody>
      </p:sp>
      <p:sp>
        <p:nvSpPr>
          <p:cNvPr id="3" name="Textplatzhalter 2">
            <a:extLst>
              <a:ext uri="{FF2B5EF4-FFF2-40B4-BE49-F238E27FC236}">
                <a16:creationId xmlns:a16="http://schemas.microsoft.com/office/drawing/2014/main" id="{DAA5DBA6-B732-E2DA-F1F0-78337924C863}"/>
              </a:ext>
            </a:extLst>
          </p:cNvPr>
          <p:cNvSpPr>
            <a:spLocks noGrp="1"/>
          </p:cNvSpPr>
          <p:nvPr>
            <p:ph type="body" idx="1" hasCustomPrompt="1"/>
          </p:nvPr>
        </p:nvSpPr>
        <p:spPr>
          <a:xfrm>
            <a:off x="831850" y="4022535"/>
            <a:ext cx="10515600" cy="750633"/>
          </a:xfrm>
        </p:spPr>
        <p:txBody>
          <a:bodyPr>
            <a:noAutofit/>
          </a:bodyPr>
          <a:lstStyle>
            <a:lvl1pPr marL="0" indent="0" algn="ctr">
              <a:lnSpc>
                <a:spcPts val="2900"/>
              </a:lnSpc>
              <a:buNone/>
              <a:defRPr sz="28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Untertitel des Kapitels  bearbeiten</a:t>
            </a:r>
          </a:p>
        </p:txBody>
      </p:sp>
      <p:pic>
        <p:nvPicPr>
          <p:cNvPr id="6" name="Grafik 5">
            <a:extLst>
              <a:ext uri="{FF2B5EF4-FFF2-40B4-BE49-F238E27FC236}">
                <a16:creationId xmlns:a16="http://schemas.microsoft.com/office/drawing/2014/main" id="{A450C514-37F6-908E-490C-63EB35F46A2F}"/>
              </a:ext>
            </a:extLst>
          </p:cNvPr>
          <p:cNvPicPr>
            <a:picLocks noChangeAspect="1"/>
          </p:cNvPicPr>
          <p:nvPr userDrawn="1"/>
        </p:nvPicPr>
        <p:blipFill>
          <a:blip r:embed="rId2" cstate="hqprint">
            <a:biLevel thresh="25000"/>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7" name="Fußzeilenplatzhalter 6">
            <a:extLst>
              <a:ext uri="{FF2B5EF4-FFF2-40B4-BE49-F238E27FC236}">
                <a16:creationId xmlns:a16="http://schemas.microsoft.com/office/drawing/2014/main" id="{1E4B733B-1F6B-8A69-7F81-CFC2D40BAFF9}"/>
              </a:ext>
            </a:extLst>
          </p:cNvPr>
          <p:cNvSpPr>
            <a:spLocks noGrp="1"/>
          </p:cNvSpPr>
          <p:nvPr>
            <p:ph type="ftr" sz="quarter" idx="10"/>
          </p:nvPr>
        </p:nvSpPr>
        <p:spPr/>
        <p:txBody>
          <a:bodyPr/>
          <a:lstStyle>
            <a:lvl1pPr>
              <a:defRPr>
                <a:solidFill>
                  <a:schemeClr val="bg1"/>
                </a:solidFill>
              </a:defRPr>
            </a:lvl1pPr>
          </a:lstStyle>
          <a:p>
            <a:r>
              <a:rPr lang="de-DE"/>
              <a:t>www.th-nuernberg.de</a:t>
            </a:r>
            <a:endParaRPr lang="de-DE" dirty="0"/>
          </a:p>
        </p:txBody>
      </p:sp>
      <p:sp>
        <p:nvSpPr>
          <p:cNvPr id="10" name="Foliennummernplatzhalter 9">
            <a:extLst>
              <a:ext uri="{FF2B5EF4-FFF2-40B4-BE49-F238E27FC236}">
                <a16:creationId xmlns:a16="http://schemas.microsoft.com/office/drawing/2014/main" id="{936CA629-3B13-A412-E161-464798FF0347}"/>
              </a:ext>
            </a:extLst>
          </p:cNvPr>
          <p:cNvSpPr>
            <a:spLocks noGrp="1"/>
          </p:cNvSpPr>
          <p:nvPr>
            <p:ph type="sldNum" sz="quarter" idx="11"/>
          </p:nvPr>
        </p:nvSpPr>
        <p:spPr/>
        <p:txBody>
          <a:bodyPr/>
          <a:lstStyle>
            <a:lvl1pPr>
              <a:defRPr>
                <a:solidFill>
                  <a:schemeClr val="bg1"/>
                </a:solidFill>
              </a:defRPr>
            </a:lvl1pPr>
          </a:lstStyle>
          <a:p>
            <a:fld id="{13FEB9C3-1FF9-4F1A-B0DB-7E320F93F669}" type="slidenum">
              <a:rPr lang="de-DE" smtClean="0"/>
              <a:pPr/>
              <a:t>‹Nr.›</a:t>
            </a:fld>
            <a:endParaRPr lang="de-DE"/>
          </a:p>
        </p:txBody>
      </p:sp>
    </p:spTree>
    <p:extLst>
      <p:ext uri="{BB962C8B-B14F-4D97-AF65-F5344CB8AC3E}">
        <p14:creationId xmlns:p14="http://schemas.microsoft.com/office/powerpoint/2010/main" val="3405489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Kapitelfolie rot (mit Untertitel)">
    <p:bg>
      <p:bgPr>
        <a:solidFill>
          <a:schemeClr val="accent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2ABEB4-2C14-6FDA-C403-054743E55DE1}"/>
              </a:ext>
            </a:extLst>
          </p:cNvPr>
          <p:cNvSpPr>
            <a:spLocks noGrp="1"/>
          </p:cNvSpPr>
          <p:nvPr>
            <p:ph type="title" hasCustomPrompt="1"/>
          </p:nvPr>
        </p:nvSpPr>
        <p:spPr>
          <a:xfrm>
            <a:off x="831850" y="2065592"/>
            <a:ext cx="10515600" cy="1500187"/>
          </a:xfrm>
        </p:spPr>
        <p:txBody>
          <a:bodyPr anchor="b"/>
          <a:lstStyle>
            <a:lvl1pPr algn="ctr">
              <a:lnSpc>
                <a:spcPts val="5500"/>
              </a:lnSpc>
              <a:defRPr sz="5400">
                <a:solidFill>
                  <a:schemeClr val="bg1"/>
                </a:solidFill>
              </a:defRPr>
            </a:lvl1pPr>
          </a:lstStyle>
          <a:p>
            <a:r>
              <a:rPr lang="de-DE" dirty="0"/>
              <a:t>Titel des Kapitels bearbeiten</a:t>
            </a:r>
          </a:p>
        </p:txBody>
      </p:sp>
      <p:sp>
        <p:nvSpPr>
          <p:cNvPr id="3" name="Textplatzhalter 2">
            <a:extLst>
              <a:ext uri="{FF2B5EF4-FFF2-40B4-BE49-F238E27FC236}">
                <a16:creationId xmlns:a16="http://schemas.microsoft.com/office/drawing/2014/main" id="{DAA5DBA6-B732-E2DA-F1F0-78337924C863}"/>
              </a:ext>
            </a:extLst>
          </p:cNvPr>
          <p:cNvSpPr>
            <a:spLocks noGrp="1"/>
          </p:cNvSpPr>
          <p:nvPr>
            <p:ph type="body" idx="1" hasCustomPrompt="1"/>
          </p:nvPr>
        </p:nvSpPr>
        <p:spPr>
          <a:xfrm>
            <a:off x="831850" y="4022535"/>
            <a:ext cx="10515600" cy="750633"/>
          </a:xfrm>
        </p:spPr>
        <p:txBody>
          <a:bodyPr>
            <a:noAutofit/>
          </a:bodyPr>
          <a:lstStyle>
            <a:lvl1pPr marL="0" indent="0" algn="ctr">
              <a:lnSpc>
                <a:spcPts val="2900"/>
              </a:lnSpc>
              <a:buNone/>
              <a:defRPr sz="28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Untertitel des Kapitels  bearbeiten</a:t>
            </a:r>
          </a:p>
        </p:txBody>
      </p:sp>
      <p:pic>
        <p:nvPicPr>
          <p:cNvPr id="6" name="Grafik 5">
            <a:extLst>
              <a:ext uri="{FF2B5EF4-FFF2-40B4-BE49-F238E27FC236}">
                <a16:creationId xmlns:a16="http://schemas.microsoft.com/office/drawing/2014/main" id="{A450C514-37F6-908E-490C-63EB35F46A2F}"/>
              </a:ext>
            </a:extLst>
          </p:cNvPr>
          <p:cNvPicPr>
            <a:picLocks noChangeAspect="1"/>
          </p:cNvPicPr>
          <p:nvPr userDrawn="1"/>
        </p:nvPicPr>
        <p:blipFill>
          <a:blip r:embed="rId2" cstate="hqprint">
            <a:biLevel thresh="25000"/>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7" name="Fußzeilenplatzhalter 6">
            <a:extLst>
              <a:ext uri="{FF2B5EF4-FFF2-40B4-BE49-F238E27FC236}">
                <a16:creationId xmlns:a16="http://schemas.microsoft.com/office/drawing/2014/main" id="{1E4B733B-1F6B-8A69-7F81-CFC2D40BAFF9}"/>
              </a:ext>
            </a:extLst>
          </p:cNvPr>
          <p:cNvSpPr>
            <a:spLocks noGrp="1"/>
          </p:cNvSpPr>
          <p:nvPr>
            <p:ph type="ftr" sz="quarter" idx="10"/>
          </p:nvPr>
        </p:nvSpPr>
        <p:spPr/>
        <p:txBody>
          <a:bodyPr/>
          <a:lstStyle>
            <a:lvl1pPr>
              <a:defRPr>
                <a:solidFill>
                  <a:schemeClr val="bg1"/>
                </a:solidFill>
              </a:defRPr>
            </a:lvl1pPr>
          </a:lstStyle>
          <a:p>
            <a:r>
              <a:rPr lang="de-DE"/>
              <a:t>www.th-nuernberg.de</a:t>
            </a:r>
            <a:endParaRPr lang="de-DE" dirty="0"/>
          </a:p>
        </p:txBody>
      </p:sp>
      <p:sp>
        <p:nvSpPr>
          <p:cNvPr id="10" name="Foliennummernplatzhalter 9">
            <a:extLst>
              <a:ext uri="{FF2B5EF4-FFF2-40B4-BE49-F238E27FC236}">
                <a16:creationId xmlns:a16="http://schemas.microsoft.com/office/drawing/2014/main" id="{936CA629-3B13-A412-E161-464798FF0347}"/>
              </a:ext>
            </a:extLst>
          </p:cNvPr>
          <p:cNvSpPr>
            <a:spLocks noGrp="1"/>
          </p:cNvSpPr>
          <p:nvPr>
            <p:ph type="sldNum" sz="quarter" idx="11"/>
          </p:nvPr>
        </p:nvSpPr>
        <p:spPr/>
        <p:txBody>
          <a:bodyPr/>
          <a:lstStyle>
            <a:lvl1pPr>
              <a:defRPr>
                <a:solidFill>
                  <a:schemeClr val="bg1"/>
                </a:solidFill>
              </a:defRPr>
            </a:lvl1pPr>
          </a:lstStyle>
          <a:p>
            <a:fld id="{13FEB9C3-1FF9-4F1A-B0DB-7E320F93F669}" type="slidenum">
              <a:rPr lang="de-DE" smtClean="0"/>
              <a:pPr/>
              <a:t>‹Nr.›</a:t>
            </a:fld>
            <a:endParaRPr lang="de-DE"/>
          </a:p>
        </p:txBody>
      </p:sp>
    </p:spTree>
    <p:extLst>
      <p:ext uri="{BB962C8B-B14F-4D97-AF65-F5344CB8AC3E}">
        <p14:creationId xmlns:p14="http://schemas.microsoft.com/office/powerpoint/2010/main" val="31655315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Kapitelfolie hell (mit Unter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2ABEB4-2C14-6FDA-C403-054743E55DE1}"/>
              </a:ext>
            </a:extLst>
          </p:cNvPr>
          <p:cNvSpPr>
            <a:spLocks noGrp="1"/>
          </p:cNvSpPr>
          <p:nvPr>
            <p:ph type="title" hasCustomPrompt="1"/>
          </p:nvPr>
        </p:nvSpPr>
        <p:spPr>
          <a:xfrm>
            <a:off x="831850" y="2065592"/>
            <a:ext cx="10515600" cy="1500187"/>
          </a:xfrm>
        </p:spPr>
        <p:txBody>
          <a:bodyPr anchor="b"/>
          <a:lstStyle>
            <a:lvl1pPr algn="ctr">
              <a:lnSpc>
                <a:spcPts val="5500"/>
              </a:lnSpc>
              <a:defRPr sz="5400"/>
            </a:lvl1pPr>
          </a:lstStyle>
          <a:p>
            <a:r>
              <a:rPr lang="de-DE" dirty="0"/>
              <a:t>Titel des Kapitels bearbeiten</a:t>
            </a:r>
          </a:p>
        </p:txBody>
      </p:sp>
      <p:sp>
        <p:nvSpPr>
          <p:cNvPr id="3" name="Textplatzhalter 2">
            <a:extLst>
              <a:ext uri="{FF2B5EF4-FFF2-40B4-BE49-F238E27FC236}">
                <a16:creationId xmlns:a16="http://schemas.microsoft.com/office/drawing/2014/main" id="{DAA5DBA6-B732-E2DA-F1F0-78337924C863}"/>
              </a:ext>
            </a:extLst>
          </p:cNvPr>
          <p:cNvSpPr>
            <a:spLocks noGrp="1"/>
          </p:cNvSpPr>
          <p:nvPr>
            <p:ph type="body" idx="1" hasCustomPrompt="1"/>
          </p:nvPr>
        </p:nvSpPr>
        <p:spPr>
          <a:xfrm>
            <a:off x="831850" y="4022535"/>
            <a:ext cx="10515600" cy="750633"/>
          </a:xfrm>
        </p:spPr>
        <p:txBody>
          <a:bodyPr>
            <a:noAutofit/>
          </a:bodyPr>
          <a:lstStyle>
            <a:lvl1pPr marL="0" indent="0" algn="ctr">
              <a:lnSpc>
                <a:spcPts val="2900"/>
              </a:lnSpc>
              <a:buNone/>
              <a:defRPr sz="2800" b="1">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dirty="0"/>
              <a:t>Untertitel des Kapitels  bearbeiten</a:t>
            </a:r>
          </a:p>
        </p:txBody>
      </p:sp>
      <p:pic>
        <p:nvPicPr>
          <p:cNvPr id="4" name="Grafik 3">
            <a:extLst>
              <a:ext uri="{FF2B5EF4-FFF2-40B4-BE49-F238E27FC236}">
                <a16:creationId xmlns:a16="http://schemas.microsoft.com/office/drawing/2014/main" id="{F0E719CB-ABD2-604E-E2C1-FE33369B23A4}"/>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5" name="Fußzeilenplatzhalter 4">
            <a:extLst>
              <a:ext uri="{FF2B5EF4-FFF2-40B4-BE49-F238E27FC236}">
                <a16:creationId xmlns:a16="http://schemas.microsoft.com/office/drawing/2014/main" id="{0DD4D102-E57D-60D1-A9BA-C5ADD9B5480B}"/>
              </a:ext>
            </a:extLst>
          </p:cNvPr>
          <p:cNvSpPr>
            <a:spLocks noGrp="1"/>
          </p:cNvSpPr>
          <p:nvPr>
            <p:ph type="ftr" sz="quarter" idx="10"/>
          </p:nvPr>
        </p:nvSpPr>
        <p:spPr/>
        <p:txBody>
          <a:bodyPr/>
          <a:lstStyle/>
          <a:p>
            <a:r>
              <a:rPr lang="de-DE"/>
              <a:t>www.th-nuernberg.de</a:t>
            </a:r>
            <a:endParaRPr lang="de-DE" dirty="0"/>
          </a:p>
        </p:txBody>
      </p:sp>
      <p:sp>
        <p:nvSpPr>
          <p:cNvPr id="6" name="Foliennummernplatzhalter 5">
            <a:extLst>
              <a:ext uri="{FF2B5EF4-FFF2-40B4-BE49-F238E27FC236}">
                <a16:creationId xmlns:a16="http://schemas.microsoft.com/office/drawing/2014/main" id="{3BC1F6E8-65B4-E85A-A4E6-9DACEC5E09D7}"/>
              </a:ext>
            </a:extLst>
          </p:cNvPr>
          <p:cNvSpPr>
            <a:spLocks noGrp="1"/>
          </p:cNvSpPr>
          <p:nvPr>
            <p:ph type="sldNum" sz="quarter" idx="11"/>
          </p:nvPr>
        </p:nvSpPr>
        <p:spPr/>
        <p:txBody>
          <a:bodyPr/>
          <a:lstStyle/>
          <a:p>
            <a:fld id="{13FEB9C3-1FF9-4F1A-B0DB-7E320F93F669}" type="slidenum">
              <a:rPr lang="de-DE" smtClean="0"/>
              <a:pPr/>
              <a:t>‹Nr.›</a:t>
            </a:fld>
            <a:endParaRPr lang="de-DE"/>
          </a:p>
        </p:txBody>
      </p:sp>
    </p:spTree>
    <p:extLst>
      <p:ext uri="{BB962C8B-B14F-4D97-AF65-F5344CB8AC3E}">
        <p14:creationId xmlns:p14="http://schemas.microsoft.com/office/powerpoint/2010/main" val="40764340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Kapitelfolie rot (ohne Unter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2ABEB4-2C14-6FDA-C403-054743E55DE1}"/>
              </a:ext>
            </a:extLst>
          </p:cNvPr>
          <p:cNvSpPr>
            <a:spLocks noGrp="1"/>
          </p:cNvSpPr>
          <p:nvPr>
            <p:ph type="title" hasCustomPrompt="1"/>
          </p:nvPr>
        </p:nvSpPr>
        <p:spPr>
          <a:xfrm>
            <a:off x="831850" y="2866869"/>
            <a:ext cx="10515600" cy="1500187"/>
          </a:xfrm>
        </p:spPr>
        <p:txBody>
          <a:bodyPr anchor="ctr"/>
          <a:lstStyle>
            <a:lvl1pPr algn="ctr">
              <a:lnSpc>
                <a:spcPts val="5500"/>
              </a:lnSpc>
              <a:defRPr sz="5400"/>
            </a:lvl1pPr>
          </a:lstStyle>
          <a:p>
            <a:r>
              <a:rPr lang="de-DE" dirty="0"/>
              <a:t>Titel des Kapitels </a:t>
            </a:r>
            <a:br>
              <a:rPr lang="de-DE" dirty="0"/>
            </a:br>
            <a:r>
              <a:rPr lang="de-DE" dirty="0"/>
              <a:t>bearbeiten</a:t>
            </a:r>
          </a:p>
        </p:txBody>
      </p:sp>
      <p:pic>
        <p:nvPicPr>
          <p:cNvPr id="3" name="Grafik 2">
            <a:extLst>
              <a:ext uri="{FF2B5EF4-FFF2-40B4-BE49-F238E27FC236}">
                <a16:creationId xmlns:a16="http://schemas.microsoft.com/office/drawing/2014/main" id="{F5CA9B2D-E479-95B4-D25C-CA3ABB0A271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4" name="Fußzeilenplatzhalter 3">
            <a:extLst>
              <a:ext uri="{FF2B5EF4-FFF2-40B4-BE49-F238E27FC236}">
                <a16:creationId xmlns:a16="http://schemas.microsoft.com/office/drawing/2014/main" id="{3A6A4EB1-9AA0-00D1-1FED-C3451A4938FD}"/>
              </a:ext>
            </a:extLst>
          </p:cNvPr>
          <p:cNvSpPr>
            <a:spLocks noGrp="1"/>
          </p:cNvSpPr>
          <p:nvPr>
            <p:ph type="ftr" sz="quarter" idx="10"/>
          </p:nvPr>
        </p:nvSpPr>
        <p:spPr/>
        <p:txBody>
          <a:bodyPr/>
          <a:lstStyle/>
          <a:p>
            <a:r>
              <a:rPr lang="de-DE"/>
              <a:t>www.th-nuernberg.de</a:t>
            </a:r>
            <a:endParaRPr lang="de-DE" dirty="0"/>
          </a:p>
        </p:txBody>
      </p:sp>
      <p:sp>
        <p:nvSpPr>
          <p:cNvPr id="5" name="Foliennummernplatzhalter 4">
            <a:extLst>
              <a:ext uri="{FF2B5EF4-FFF2-40B4-BE49-F238E27FC236}">
                <a16:creationId xmlns:a16="http://schemas.microsoft.com/office/drawing/2014/main" id="{381890F5-472F-80A0-C435-498C3E6B5501}"/>
              </a:ext>
            </a:extLst>
          </p:cNvPr>
          <p:cNvSpPr>
            <a:spLocks noGrp="1"/>
          </p:cNvSpPr>
          <p:nvPr>
            <p:ph type="sldNum" sz="quarter" idx="11"/>
          </p:nvPr>
        </p:nvSpPr>
        <p:spPr/>
        <p:txBody>
          <a:bodyPr/>
          <a:lstStyle/>
          <a:p>
            <a:fld id="{13FEB9C3-1FF9-4F1A-B0DB-7E320F93F669}" type="slidenum">
              <a:rPr lang="de-DE" smtClean="0"/>
              <a:pPr/>
              <a:t>‹Nr.›</a:t>
            </a:fld>
            <a:endParaRPr lang="de-DE"/>
          </a:p>
        </p:txBody>
      </p:sp>
    </p:spTree>
    <p:extLst>
      <p:ext uri="{BB962C8B-B14F-4D97-AF65-F5344CB8AC3E}">
        <p14:creationId xmlns:p14="http://schemas.microsoft.com/office/powerpoint/2010/main" val="32587129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apitelfolie dunkelblau (ohne Unter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C2ABEB4-2C14-6FDA-C403-054743E55DE1}"/>
              </a:ext>
            </a:extLst>
          </p:cNvPr>
          <p:cNvSpPr>
            <a:spLocks noGrp="1"/>
          </p:cNvSpPr>
          <p:nvPr>
            <p:ph type="title" hasCustomPrompt="1"/>
          </p:nvPr>
        </p:nvSpPr>
        <p:spPr>
          <a:xfrm>
            <a:off x="831850" y="2866869"/>
            <a:ext cx="10515600" cy="1500187"/>
          </a:xfrm>
        </p:spPr>
        <p:txBody>
          <a:bodyPr anchor="ctr"/>
          <a:lstStyle>
            <a:lvl1pPr algn="ctr">
              <a:lnSpc>
                <a:spcPts val="5500"/>
              </a:lnSpc>
              <a:defRPr sz="5400">
                <a:solidFill>
                  <a:schemeClr val="tx1"/>
                </a:solidFill>
              </a:defRPr>
            </a:lvl1pPr>
          </a:lstStyle>
          <a:p>
            <a:r>
              <a:rPr lang="de-DE" dirty="0"/>
              <a:t>Titel des Kapitels </a:t>
            </a:r>
            <a:br>
              <a:rPr lang="de-DE" dirty="0"/>
            </a:br>
            <a:r>
              <a:rPr lang="de-DE" dirty="0"/>
              <a:t>bearbeiten</a:t>
            </a:r>
          </a:p>
        </p:txBody>
      </p:sp>
      <p:pic>
        <p:nvPicPr>
          <p:cNvPr id="3" name="Grafik 2">
            <a:extLst>
              <a:ext uri="{FF2B5EF4-FFF2-40B4-BE49-F238E27FC236}">
                <a16:creationId xmlns:a16="http://schemas.microsoft.com/office/drawing/2014/main" id="{FE1BC914-CDBC-77D0-6C50-7F61587F8171}"/>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359999" y="295200"/>
            <a:ext cx="684000" cy="249280"/>
          </a:xfrm>
          <a:prstGeom prst="rect">
            <a:avLst/>
          </a:prstGeom>
        </p:spPr>
      </p:pic>
      <p:sp>
        <p:nvSpPr>
          <p:cNvPr id="4" name="Fußzeilenplatzhalter 3">
            <a:extLst>
              <a:ext uri="{FF2B5EF4-FFF2-40B4-BE49-F238E27FC236}">
                <a16:creationId xmlns:a16="http://schemas.microsoft.com/office/drawing/2014/main" id="{4A535B0C-77A0-A23C-9818-775BB07257F2}"/>
              </a:ext>
            </a:extLst>
          </p:cNvPr>
          <p:cNvSpPr>
            <a:spLocks noGrp="1"/>
          </p:cNvSpPr>
          <p:nvPr>
            <p:ph type="ftr" sz="quarter" idx="10"/>
          </p:nvPr>
        </p:nvSpPr>
        <p:spPr/>
        <p:txBody>
          <a:bodyPr/>
          <a:lstStyle>
            <a:lvl1pPr>
              <a:defRPr>
                <a:solidFill>
                  <a:schemeClr val="tx1"/>
                </a:solidFill>
              </a:defRPr>
            </a:lvl1pPr>
          </a:lstStyle>
          <a:p>
            <a:r>
              <a:rPr lang="de-DE"/>
              <a:t>www.th-nuernberg.de</a:t>
            </a:r>
            <a:endParaRPr lang="de-DE" dirty="0"/>
          </a:p>
        </p:txBody>
      </p:sp>
      <p:sp>
        <p:nvSpPr>
          <p:cNvPr id="5" name="Foliennummernplatzhalter 4">
            <a:extLst>
              <a:ext uri="{FF2B5EF4-FFF2-40B4-BE49-F238E27FC236}">
                <a16:creationId xmlns:a16="http://schemas.microsoft.com/office/drawing/2014/main" id="{7A2E3220-4ED8-2AE5-69C0-549564114E7A}"/>
              </a:ext>
            </a:extLst>
          </p:cNvPr>
          <p:cNvSpPr>
            <a:spLocks noGrp="1"/>
          </p:cNvSpPr>
          <p:nvPr>
            <p:ph type="sldNum" sz="quarter" idx="11"/>
          </p:nvPr>
        </p:nvSpPr>
        <p:spPr/>
        <p:txBody>
          <a:bodyPr/>
          <a:lstStyle>
            <a:lvl1pPr>
              <a:defRPr>
                <a:solidFill>
                  <a:schemeClr val="tx1"/>
                </a:solidFill>
              </a:defRPr>
            </a:lvl1pPr>
          </a:lstStyle>
          <a:p>
            <a:fld id="{13FEB9C3-1FF9-4F1A-B0DB-7E320F93F669}" type="slidenum">
              <a:rPr lang="de-DE" smtClean="0"/>
              <a:pPr/>
              <a:t>‹Nr.›</a:t>
            </a:fld>
            <a:endParaRPr lang="de-DE"/>
          </a:p>
        </p:txBody>
      </p:sp>
    </p:spTree>
    <p:extLst>
      <p:ext uri="{BB962C8B-B14F-4D97-AF65-F5344CB8AC3E}">
        <p14:creationId xmlns:p14="http://schemas.microsoft.com/office/powerpoint/2010/main" val="3488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B5B3A3DD-45D3-BB9D-57A8-4E9C7305CC13}"/>
              </a:ext>
            </a:extLst>
          </p:cNvPr>
          <p:cNvSpPr>
            <a:spLocks noGrp="1"/>
          </p:cNvSpPr>
          <p:nvPr>
            <p:ph type="title"/>
          </p:nvPr>
        </p:nvSpPr>
        <p:spPr>
          <a:xfrm>
            <a:off x="360000" y="1080000"/>
            <a:ext cx="11471638" cy="529343"/>
          </a:xfrm>
          <a:prstGeom prst="rect">
            <a:avLst/>
          </a:prstGeom>
        </p:spPr>
        <p:txBody>
          <a:bodyPr vert="horz" lIns="0" tIns="0" rIns="0" bIns="0" rtlCol="0" anchor="b">
            <a:noAutofit/>
          </a:bodyPr>
          <a:lstStyle/>
          <a:p>
            <a:r>
              <a:rPr lang="de-DE" dirty="0"/>
              <a:t>Mastertitelformat bearbeiten</a:t>
            </a:r>
          </a:p>
        </p:txBody>
      </p:sp>
      <p:sp>
        <p:nvSpPr>
          <p:cNvPr id="3" name="Textplatzhalter 2">
            <a:extLst>
              <a:ext uri="{FF2B5EF4-FFF2-40B4-BE49-F238E27FC236}">
                <a16:creationId xmlns:a16="http://schemas.microsoft.com/office/drawing/2014/main" id="{EEDF2570-7093-AD0C-58B6-51EEC41384E8}"/>
              </a:ext>
            </a:extLst>
          </p:cNvPr>
          <p:cNvSpPr>
            <a:spLocks noGrp="1"/>
          </p:cNvSpPr>
          <p:nvPr>
            <p:ph type="body" idx="1"/>
          </p:nvPr>
        </p:nvSpPr>
        <p:spPr>
          <a:xfrm>
            <a:off x="360000" y="2556001"/>
            <a:ext cx="11471638" cy="3680208"/>
          </a:xfrm>
          <a:prstGeom prst="rect">
            <a:avLst/>
          </a:prstGeom>
        </p:spPr>
        <p:txBody>
          <a:bodyPr vert="horz" lIns="0" tIns="0" rIns="0" bIns="0" rtlCol="0">
            <a:normAutofit/>
          </a:bodyPr>
          <a:lstStyle/>
          <a:p>
            <a:pPr lvl="0"/>
            <a:r>
              <a:rPr lang="de-DE" dirty="0"/>
              <a:t>Erste 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5"/>
            <a:endParaRPr lang="de-DE" dirty="0"/>
          </a:p>
        </p:txBody>
      </p:sp>
      <p:sp>
        <p:nvSpPr>
          <p:cNvPr id="5" name="Fußzeilenplatzhalter 4">
            <a:extLst>
              <a:ext uri="{FF2B5EF4-FFF2-40B4-BE49-F238E27FC236}">
                <a16:creationId xmlns:a16="http://schemas.microsoft.com/office/drawing/2014/main" id="{82686EB5-9EEF-674F-CC1D-C34F9EACDA60}"/>
              </a:ext>
            </a:extLst>
          </p:cNvPr>
          <p:cNvSpPr>
            <a:spLocks noGrp="1"/>
          </p:cNvSpPr>
          <p:nvPr>
            <p:ph type="ftr" sz="quarter" idx="3"/>
          </p:nvPr>
        </p:nvSpPr>
        <p:spPr>
          <a:xfrm>
            <a:off x="359999" y="6379481"/>
            <a:ext cx="9000000" cy="136460"/>
          </a:xfrm>
          <a:prstGeom prst="rect">
            <a:avLst/>
          </a:prstGeom>
        </p:spPr>
        <p:txBody>
          <a:bodyPr vert="horz" lIns="0" tIns="0" rIns="0" bIns="0" rtlCol="0" anchor="t">
            <a:noAutofit/>
          </a:bodyPr>
          <a:lstStyle>
            <a:lvl1pPr algn="l">
              <a:defRPr sz="900">
                <a:solidFill>
                  <a:schemeClr val="accent1"/>
                </a:solidFill>
                <a:latin typeface="Public Sans Medium" pitchFamily="2" charset="0"/>
              </a:defRPr>
            </a:lvl1pPr>
          </a:lstStyle>
          <a:p>
            <a:r>
              <a:rPr lang="de-DE"/>
              <a:t>www.th-nuernberg.de</a:t>
            </a:r>
            <a:endParaRPr lang="de-DE" dirty="0"/>
          </a:p>
        </p:txBody>
      </p:sp>
      <p:sp>
        <p:nvSpPr>
          <p:cNvPr id="6" name="Foliennummernplatzhalter 5">
            <a:extLst>
              <a:ext uri="{FF2B5EF4-FFF2-40B4-BE49-F238E27FC236}">
                <a16:creationId xmlns:a16="http://schemas.microsoft.com/office/drawing/2014/main" id="{18FBEA15-929E-1D16-8C64-5FDA6815AD48}"/>
              </a:ext>
            </a:extLst>
          </p:cNvPr>
          <p:cNvSpPr>
            <a:spLocks noGrp="1"/>
          </p:cNvSpPr>
          <p:nvPr>
            <p:ph type="sldNum" sz="quarter" idx="4"/>
          </p:nvPr>
        </p:nvSpPr>
        <p:spPr>
          <a:xfrm>
            <a:off x="11143396" y="6379481"/>
            <a:ext cx="688241" cy="140470"/>
          </a:xfrm>
          <a:prstGeom prst="rect">
            <a:avLst/>
          </a:prstGeom>
        </p:spPr>
        <p:txBody>
          <a:bodyPr vert="horz" lIns="0" tIns="0" rIns="0" bIns="0" rtlCol="0" anchor="b">
            <a:noAutofit/>
          </a:bodyPr>
          <a:lstStyle>
            <a:lvl1pPr algn="r">
              <a:defRPr sz="900">
                <a:solidFill>
                  <a:schemeClr val="accent1"/>
                </a:solidFill>
                <a:latin typeface="Public Sans Medium" pitchFamily="2" charset="0"/>
              </a:defRPr>
            </a:lvl1pPr>
          </a:lstStyle>
          <a:p>
            <a:fld id="{13FEB9C3-1FF9-4F1A-B0DB-7E320F93F669}" type="slidenum">
              <a:rPr lang="de-DE" smtClean="0"/>
              <a:pPr/>
              <a:t>‹Nr.›</a:t>
            </a:fld>
            <a:endParaRPr lang="de-DE"/>
          </a:p>
        </p:txBody>
      </p:sp>
    </p:spTree>
    <p:extLst>
      <p:ext uri="{BB962C8B-B14F-4D97-AF65-F5344CB8AC3E}">
        <p14:creationId xmlns:p14="http://schemas.microsoft.com/office/powerpoint/2010/main" val="862181356"/>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50" r:id="rId4"/>
    <p:sldLayoutId id="2147483659" r:id="rId5"/>
    <p:sldLayoutId id="2147483658" r:id="rId6"/>
    <p:sldLayoutId id="2147483660" r:id="rId7"/>
    <p:sldLayoutId id="2147483662" r:id="rId8"/>
    <p:sldLayoutId id="2147483672" r:id="rId9"/>
    <p:sldLayoutId id="2147483673" r:id="rId10"/>
    <p:sldLayoutId id="2147483664" r:id="rId11"/>
    <p:sldLayoutId id="2147483671" r:id="rId12"/>
    <p:sldLayoutId id="2147483651" r:id="rId13"/>
    <p:sldLayoutId id="2147483665" r:id="rId14"/>
    <p:sldLayoutId id="2147483666" r:id="rId15"/>
  </p:sldLayoutIdLst>
  <p:hf hdr="0" dt="0"/>
  <p:txStyles>
    <p:titleStyle>
      <a:lvl1pPr algn="l" defTabSz="914400" rtl="0" eaLnBrk="1" latinLnBrk="0" hangingPunct="1">
        <a:lnSpc>
          <a:spcPts val="4300"/>
        </a:lnSpc>
        <a:spcBef>
          <a:spcPct val="0"/>
        </a:spcBef>
        <a:buNone/>
        <a:defRPr sz="4200" kern="1200">
          <a:solidFill>
            <a:schemeClr val="accent1"/>
          </a:solidFill>
          <a:latin typeface="+mj-lt"/>
          <a:ea typeface="+mj-ea"/>
          <a:cs typeface="+mj-cs"/>
        </a:defRPr>
      </a:lvl1pPr>
    </p:titleStyle>
    <p:bodyStyle>
      <a:lvl1pPr marL="230400" indent="-2304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1pPr>
      <a:lvl2pPr marL="468000" indent="-2304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6984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936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4pPr>
      <a:lvl5pPr marL="11664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5pPr>
      <a:lvl6pPr marL="1404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6pPr>
      <a:lvl7pPr marL="16344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226" userDrawn="1">
          <p15:clr>
            <a:srgbClr val="F26B43"/>
          </p15:clr>
        </p15:guide>
        <p15:guide id="4" orient="horz" pos="4105" userDrawn="1">
          <p15:clr>
            <a:srgbClr val="F26B43"/>
          </p15:clr>
        </p15:guide>
        <p15:guide id="5" pos="7453" userDrawn="1">
          <p15:clr>
            <a:srgbClr val="F26B43"/>
          </p15:clr>
        </p15:guide>
        <p15:guide id="6" pos="225" userDrawn="1">
          <p15:clr>
            <a:srgbClr val="F26B43"/>
          </p15:clr>
        </p15:guide>
        <p15:guide id="7" orient="horz" pos="4017" userDrawn="1">
          <p15:clr>
            <a:srgbClr val="F26B43"/>
          </p15:clr>
        </p15:guide>
        <p15:guide id="8" orient="horz" pos="3929" userDrawn="1">
          <p15:clr>
            <a:srgbClr val="F26B43"/>
          </p15:clr>
        </p15:guide>
        <p15:guide id="9" orient="horz" pos="67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customXml" Target="../ink/ink5.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120.png"/><Relationship Id="rId2" Type="http://schemas.openxmlformats.org/officeDocument/2006/relationships/image" Target="../media/image30.png"/><Relationship Id="rId16" Type="http://schemas.openxmlformats.org/officeDocument/2006/relationships/image" Target="../media/image140.png"/><Relationship Id="rId1" Type="http://schemas.openxmlformats.org/officeDocument/2006/relationships/slideLayout" Target="../slideLayouts/slideLayout11.xml"/><Relationship Id="rId6" Type="http://schemas.openxmlformats.org/officeDocument/2006/relationships/image" Target="../media/image90.png"/><Relationship Id="rId5" Type="http://schemas.openxmlformats.org/officeDocument/2006/relationships/customXml" Target="../ink/ink2.xml"/><Relationship Id="rId15" Type="http://schemas.openxmlformats.org/officeDocument/2006/relationships/customXml" Target="../ink/ink6.xml"/><Relationship Id="rId4" Type="http://schemas.openxmlformats.org/officeDocument/2006/relationships/image" Target="../media/image80.png"/><Relationship Id="rId9" Type="http://schemas.openxmlformats.org/officeDocument/2006/relationships/customXml" Target="../ink/ink4.xml"/><Relationship Id="rId14" Type="http://schemas.openxmlformats.org/officeDocument/2006/relationships/image" Target="../media/image1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EF46B0-7EE0-314A-66B8-AB84BD64A2F8}"/>
              </a:ext>
            </a:extLst>
          </p:cNvPr>
          <p:cNvSpPr>
            <a:spLocks noGrp="1"/>
          </p:cNvSpPr>
          <p:nvPr>
            <p:ph type="ctrTitle"/>
          </p:nvPr>
        </p:nvSpPr>
        <p:spPr>
          <a:xfrm>
            <a:off x="357188" y="1985640"/>
            <a:ext cx="8456400" cy="3495686"/>
          </a:xfrm>
        </p:spPr>
        <p:txBody>
          <a:bodyPr/>
          <a:lstStyle/>
          <a:p>
            <a:pPr>
              <a:lnSpc>
                <a:spcPct val="100000"/>
              </a:lnSpc>
            </a:pPr>
            <a:r>
              <a:rPr lang="en-DE" sz="6000" dirty="0"/>
              <a:t>Team Bundestag</a:t>
            </a:r>
            <a:br>
              <a:rPr lang="de-DE" sz="4000" dirty="0"/>
            </a:br>
            <a:br>
              <a:rPr lang="de-DE" sz="4000" dirty="0"/>
            </a:br>
            <a:r>
              <a:rPr lang="en-DE" sz="4000" dirty="0">
                <a:solidFill>
                  <a:schemeClr val="tx1"/>
                </a:solidFill>
              </a:rPr>
              <a:t>Natural Language Processing</a:t>
            </a:r>
            <a:endParaRPr lang="de-DE" sz="7200" dirty="0">
              <a:solidFill>
                <a:schemeClr val="tx1"/>
              </a:solidFill>
            </a:endParaRPr>
          </a:p>
        </p:txBody>
      </p:sp>
    </p:spTree>
    <p:extLst>
      <p:ext uri="{BB962C8B-B14F-4D97-AF65-F5344CB8AC3E}">
        <p14:creationId xmlns:p14="http://schemas.microsoft.com/office/powerpoint/2010/main" val="165666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7C570A-9F45-36B3-883C-B14F55EE920E}"/>
              </a:ext>
            </a:extLst>
          </p:cNvPr>
          <p:cNvSpPr>
            <a:spLocks noGrp="1"/>
          </p:cNvSpPr>
          <p:nvPr>
            <p:ph type="title"/>
          </p:nvPr>
        </p:nvSpPr>
        <p:spPr/>
        <p:txBody>
          <a:bodyPr/>
          <a:lstStyle/>
          <a:p>
            <a:r>
              <a:rPr lang="en-DE" dirty="0" err="1"/>
              <a:t>Datenbeschaffung</a:t>
            </a:r>
            <a:endParaRPr lang="de-DE" dirty="0"/>
          </a:p>
        </p:txBody>
      </p:sp>
      <p:sp>
        <p:nvSpPr>
          <p:cNvPr id="4" name="Fußzeilenplatzhalter 3">
            <a:extLst>
              <a:ext uri="{FF2B5EF4-FFF2-40B4-BE49-F238E27FC236}">
                <a16:creationId xmlns:a16="http://schemas.microsoft.com/office/drawing/2014/main" id="{22C0F230-BEED-C1F1-16BD-0A4FD8CE2593}"/>
              </a:ext>
            </a:extLst>
          </p:cNvPr>
          <p:cNvSpPr>
            <a:spLocks noGrp="1"/>
          </p:cNvSpPr>
          <p:nvPr>
            <p:ph type="ftr" sz="quarter" idx="10"/>
          </p:nvPr>
        </p:nvSpPr>
        <p:spPr/>
        <p:txBody>
          <a:bodyPr/>
          <a:lstStyle/>
          <a:p>
            <a:r>
              <a:rPr lang="de-DE"/>
              <a:t>www.th-nuernberg.de</a:t>
            </a:r>
            <a:endParaRPr lang="de-DE" dirty="0"/>
          </a:p>
        </p:txBody>
      </p:sp>
      <p:sp>
        <p:nvSpPr>
          <p:cNvPr id="5" name="Foliennummernplatzhalter 4">
            <a:extLst>
              <a:ext uri="{FF2B5EF4-FFF2-40B4-BE49-F238E27FC236}">
                <a16:creationId xmlns:a16="http://schemas.microsoft.com/office/drawing/2014/main" id="{354AF5F3-6B5A-38D8-AE31-C73437F5B7BA}"/>
              </a:ext>
            </a:extLst>
          </p:cNvPr>
          <p:cNvSpPr>
            <a:spLocks noGrp="1"/>
          </p:cNvSpPr>
          <p:nvPr>
            <p:ph type="sldNum" sz="quarter" idx="11"/>
          </p:nvPr>
        </p:nvSpPr>
        <p:spPr/>
        <p:txBody>
          <a:bodyPr/>
          <a:lstStyle/>
          <a:p>
            <a:fld id="{13FEB9C3-1FF9-4F1A-B0DB-7E320F93F669}" type="slidenum">
              <a:rPr lang="de-DE" smtClean="0"/>
              <a:pPr/>
              <a:t>2</a:t>
            </a:fld>
            <a:endParaRPr lang="de-DE"/>
          </a:p>
        </p:txBody>
      </p:sp>
    </p:spTree>
    <p:extLst>
      <p:ext uri="{BB962C8B-B14F-4D97-AF65-F5344CB8AC3E}">
        <p14:creationId xmlns:p14="http://schemas.microsoft.com/office/powerpoint/2010/main" val="2228851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Rounded Corners 26">
            <a:extLst>
              <a:ext uri="{FF2B5EF4-FFF2-40B4-BE49-F238E27FC236}">
                <a16:creationId xmlns:a16="http://schemas.microsoft.com/office/drawing/2014/main" id="{033F0C16-C776-E5F5-54CE-CF75FFAF587D}"/>
              </a:ext>
            </a:extLst>
          </p:cNvPr>
          <p:cNvSpPr/>
          <p:nvPr/>
        </p:nvSpPr>
        <p:spPr>
          <a:xfrm>
            <a:off x="3053749" y="4047256"/>
            <a:ext cx="6084140" cy="1978163"/>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9B26702-FD1D-E031-C707-B5BBDFF02678}"/>
              </a:ext>
            </a:extLst>
          </p:cNvPr>
          <p:cNvSpPr>
            <a:spLocks noGrp="1"/>
          </p:cNvSpPr>
          <p:nvPr>
            <p:ph type="title"/>
          </p:nvPr>
        </p:nvSpPr>
        <p:spPr/>
        <p:txBody>
          <a:bodyPr/>
          <a:lstStyle/>
          <a:p>
            <a:r>
              <a:rPr lang="en-DE" dirty="0" err="1"/>
              <a:t>Datengrundlage</a:t>
            </a:r>
            <a:endParaRPr lang="de-DE" dirty="0"/>
          </a:p>
        </p:txBody>
      </p:sp>
      <p:sp>
        <p:nvSpPr>
          <p:cNvPr id="4" name="Fußzeilenplatzhalter 3">
            <a:extLst>
              <a:ext uri="{FF2B5EF4-FFF2-40B4-BE49-F238E27FC236}">
                <a16:creationId xmlns:a16="http://schemas.microsoft.com/office/drawing/2014/main" id="{DF486D8B-95EA-1F19-12B3-B940A25FA83E}"/>
              </a:ext>
            </a:extLst>
          </p:cNvPr>
          <p:cNvSpPr>
            <a:spLocks noGrp="1"/>
          </p:cNvSpPr>
          <p:nvPr>
            <p:ph type="ftr" sz="quarter" idx="10"/>
          </p:nvPr>
        </p:nvSpPr>
        <p:spPr/>
        <p:txBody>
          <a:bodyPr/>
          <a:lstStyle/>
          <a:p>
            <a:r>
              <a:rPr lang="de-DE" dirty="0"/>
              <a:t>www.th-nuernberg.de</a:t>
            </a:r>
          </a:p>
        </p:txBody>
      </p:sp>
      <p:sp>
        <p:nvSpPr>
          <p:cNvPr id="5" name="Foliennummernplatzhalter 4">
            <a:extLst>
              <a:ext uri="{FF2B5EF4-FFF2-40B4-BE49-F238E27FC236}">
                <a16:creationId xmlns:a16="http://schemas.microsoft.com/office/drawing/2014/main" id="{42D5E9EF-8E14-C2D0-E2F7-313A0B0DA1C0}"/>
              </a:ext>
            </a:extLst>
          </p:cNvPr>
          <p:cNvSpPr>
            <a:spLocks noGrp="1"/>
          </p:cNvSpPr>
          <p:nvPr>
            <p:ph type="sldNum" sz="quarter" idx="11"/>
          </p:nvPr>
        </p:nvSpPr>
        <p:spPr/>
        <p:txBody>
          <a:bodyPr/>
          <a:lstStyle/>
          <a:p>
            <a:fld id="{13FEB9C3-1FF9-4F1A-B0DB-7E320F93F669}" type="slidenum">
              <a:rPr lang="de-DE" smtClean="0"/>
              <a:pPr/>
              <a:t>3</a:t>
            </a:fld>
            <a:endParaRPr lang="de-DE"/>
          </a:p>
        </p:txBody>
      </p:sp>
      <p:sp>
        <p:nvSpPr>
          <p:cNvPr id="10" name="Rectangle: Rounded Corners 26">
            <a:extLst>
              <a:ext uri="{FF2B5EF4-FFF2-40B4-BE49-F238E27FC236}">
                <a16:creationId xmlns:a16="http://schemas.microsoft.com/office/drawing/2014/main" id="{F58EA168-3232-412B-2BE7-0A488BB8DEB7}"/>
              </a:ext>
            </a:extLst>
          </p:cNvPr>
          <p:cNvSpPr/>
          <p:nvPr/>
        </p:nvSpPr>
        <p:spPr>
          <a:xfrm>
            <a:off x="488120" y="1898699"/>
            <a:ext cx="3415754" cy="1071810"/>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FB60383C-76A0-5C50-8C6A-DFAD34EC9213}"/>
              </a:ext>
            </a:extLst>
          </p:cNvPr>
          <p:cNvSpPr txBox="1">
            <a:spLocks/>
          </p:cNvSpPr>
          <p:nvPr/>
        </p:nvSpPr>
        <p:spPr>
          <a:xfrm>
            <a:off x="851997" y="2045859"/>
            <a:ext cx="2688000" cy="77749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2400" dirty="0" err="1">
                <a:latin typeface="Noto Sans" panose="020B0502040504020204" pitchFamily="34" charset="0"/>
                <a:ea typeface="Noto Sans" panose="020B0502040504020204" pitchFamily="34" charset="0"/>
                <a:cs typeface="Noto Sans" panose="020B0502040504020204" pitchFamily="34" charset="0"/>
              </a:rPr>
              <a:t>Plenarprotokolle</a:t>
            </a:r>
            <a:r>
              <a:rPr lang="en-DE" sz="2400" dirty="0">
                <a:latin typeface="Noto Sans" panose="020B0502040504020204" pitchFamily="34" charset="0"/>
                <a:ea typeface="Noto Sans" panose="020B0502040504020204" pitchFamily="34" charset="0"/>
                <a:cs typeface="Noto Sans" panose="020B0502040504020204" pitchFamily="34" charset="0"/>
              </a:rPr>
              <a:t> </a:t>
            </a:r>
            <a:r>
              <a:rPr lang="en-DE" sz="2400" dirty="0" err="1">
                <a:latin typeface="Noto Sans" panose="020B0502040504020204" pitchFamily="34" charset="0"/>
                <a:ea typeface="Noto Sans" panose="020B0502040504020204" pitchFamily="34" charset="0"/>
                <a:cs typeface="Noto Sans" panose="020B0502040504020204" pitchFamily="34" charset="0"/>
              </a:rPr>
              <a:t>seit</a:t>
            </a:r>
            <a:r>
              <a:rPr lang="en-DE" sz="2400" dirty="0">
                <a:latin typeface="Noto Sans" panose="020B0502040504020204" pitchFamily="34" charset="0"/>
                <a:ea typeface="Noto Sans" panose="020B0502040504020204" pitchFamily="34" charset="0"/>
                <a:cs typeface="Noto Sans" panose="020B0502040504020204" pitchFamily="34" charset="0"/>
              </a:rPr>
              <a:t> 1949</a:t>
            </a:r>
            <a:endParaRPr lang="en-US" sz="2400" b="1" dirty="0">
              <a:latin typeface="Noto Sans" panose="020B0502040504020204" pitchFamily="34" charset="0"/>
              <a:ea typeface="Noto Sans" panose="020B0502040504020204" pitchFamily="34" charset="0"/>
              <a:cs typeface="Noto Sans" panose="020B0502040504020204" pitchFamily="34" charset="0"/>
            </a:endParaRPr>
          </a:p>
        </p:txBody>
      </p:sp>
      <p:sp>
        <p:nvSpPr>
          <p:cNvPr id="16" name="Rectangle: Rounded Corners 26">
            <a:extLst>
              <a:ext uri="{FF2B5EF4-FFF2-40B4-BE49-F238E27FC236}">
                <a16:creationId xmlns:a16="http://schemas.microsoft.com/office/drawing/2014/main" id="{A8E0B028-CBD0-6F34-4216-74BBFCCE18AD}"/>
              </a:ext>
            </a:extLst>
          </p:cNvPr>
          <p:cNvSpPr/>
          <p:nvPr/>
        </p:nvSpPr>
        <p:spPr>
          <a:xfrm>
            <a:off x="4940625" y="1878186"/>
            <a:ext cx="2362299" cy="1071810"/>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itle 1">
            <a:extLst>
              <a:ext uri="{FF2B5EF4-FFF2-40B4-BE49-F238E27FC236}">
                <a16:creationId xmlns:a16="http://schemas.microsoft.com/office/drawing/2014/main" id="{9B6E24B0-C7DC-D3E5-871D-C3C02FA67EAA}"/>
              </a:ext>
            </a:extLst>
          </p:cNvPr>
          <p:cNvSpPr txBox="1">
            <a:spLocks/>
          </p:cNvSpPr>
          <p:nvPr/>
        </p:nvSpPr>
        <p:spPr>
          <a:xfrm>
            <a:off x="4705857" y="1955496"/>
            <a:ext cx="2817018" cy="91719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2300" dirty="0">
                <a:latin typeface="Noto Sans" panose="020B0502040504020204" pitchFamily="34" charset="0"/>
                <a:ea typeface="Noto Sans" panose="020B0502040504020204" pitchFamily="34" charset="0"/>
                <a:cs typeface="Noto Sans" panose="020B0502040504020204" pitchFamily="34" charset="0"/>
              </a:rPr>
              <a:t>S</a:t>
            </a:r>
            <a:r>
              <a:rPr lang="en-DE" sz="2300" dirty="0" err="1">
                <a:latin typeface="Noto Sans" panose="020B0502040504020204" pitchFamily="34" charset="0"/>
                <a:ea typeface="Noto Sans" panose="020B0502040504020204" pitchFamily="34" charset="0"/>
                <a:cs typeface="Noto Sans" panose="020B0502040504020204" pitchFamily="34" charset="0"/>
              </a:rPr>
              <a:t>tändige</a:t>
            </a:r>
            <a:r>
              <a:rPr lang="en-DE" sz="2300" dirty="0">
                <a:latin typeface="Noto Sans" panose="020B0502040504020204" pitchFamily="34" charset="0"/>
                <a:ea typeface="Noto Sans" panose="020B0502040504020204" pitchFamily="34" charset="0"/>
                <a:cs typeface="Noto Sans" panose="020B0502040504020204" pitchFamily="34" charset="0"/>
              </a:rPr>
              <a:t> </a:t>
            </a:r>
            <a:r>
              <a:rPr lang="en-DE" sz="2300" dirty="0" err="1">
                <a:latin typeface="Noto Sans" panose="020B0502040504020204" pitchFamily="34" charset="0"/>
                <a:ea typeface="Noto Sans" panose="020B0502040504020204" pitchFamily="34" charset="0"/>
                <a:cs typeface="Noto Sans" panose="020B0502040504020204" pitchFamily="34" charset="0"/>
              </a:rPr>
              <a:t>Formatwechsel</a:t>
            </a:r>
            <a:endParaRPr lang="en-US" sz="2300" dirty="0">
              <a:latin typeface="Noto Sans" panose="020B0502040504020204" pitchFamily="34" charset="0"/>
              <a:ea typeface="Noto Sans" panose="020B0502040504020204" pitchFamily="34" charset="0"/>
              <a:cs typeface="Noto Sans" panose="020B0502040504020204" pitchFamily="34" charset="0"/>
            </a:endParaRPr>
          </a:p>
        </p:txBody>
      </p:sp>
      <p:sp>
        <p:nvSpPr>
          <p:cNvPr id="20" name="Rectangle: Rounded Corners 26">
            <a:extLst>
              <a:ext uri="{FF2B5EF4-FFF2-40B4-BE49-F238E27FC236}">
                <a16:creationId xmlns:a16="http://schemas.microsoft.com/office/drawing/2014/main" id="{F4373A0E-46F8-8CD1-DD1D-21387B1437C3}"/>
              </a:ext>
            </a:extLst>
          </p:cNvPr>
          <p:cNvSpPr/>
          <p:nvPr/>
        </p:nvSpPr>
        <p:spPr>
          <a:xfrm>
            <a:off x="8324859" y="1898699"/>
            <a:ext cx="3624369" cy="1071810"/>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itle 1">
            <a:extLst>
              <a:ext uri="{FF2B5EF4-FFF2-40B4-BE49-F238E27FC236}">
                <a16:creationId xmlns:a16="http://schemas.microsoft.com/office/drawing/2014/main" id="{BF63A602-920B-113C-029D-C42AAECD5757}"/>
              </a:ext>
            </a:extLst>
          </p:cNvPr>
          <p:cNvSpPr txBox="1">
            <a:spLocks/>
          </p:cNvSpPr>
          <p:nvPr/>
        </p:nvSpPr>
        <p:spPr>
          <a:xfrm>
            <a:off x="8324859" y="2007355"/>
            <a:ext cx="3624369" cy="91719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2300" dirty="0" err="1">
                <a:latin typeface="Noto Sans" panose="020B0502040504020204" pitchFamily="34" charset="0"/>
                <a:ea typeface="Noto Sans" panose="020B0502040504020204" pitchFamily="34" charset="0"/>
                <a:cs typeface="Noto Sans" panose="020B0502040504020204" pitchFamily="34" charset="0"/>
              </a:rPr>
              <a:t>Beschränkung</a:t>
            </a:r>
            <a:r>
              <a:rPr lang="en-DE" sz="2300" dirty="0">
                <a:latin typeface="Noto Sans" panose="020B0502040504020204" pitchFamily="34" charset="0"/>
                <a:ea typeface="Noto Sans" panose="020B0502040504020204" pitchFamily="34" charset="0"/>
                <a:cs typeface="Noto Sans" panose="020B0502040504020204" pitchFamily="34" charset="0"/>
              </a:rPr>
              <a:t> auf </a:t>
            </a:r>
            <a:r>
              <a:rPr lang="en-DE" sz="2300" dirty="0" err="1">
                <a:latin typeface="Noto Sans" panose="020B0502040504020204" pitchFamily="34" charset="0"/>
                <a:ea typeface="Noto Sans" panose="020B0502040504020204" pitchFamily="34" charset="0"/>
                <a:cs typeface="Noto Sans" panose="020B0502040504020204" pitchFamily="34" charset="0"/>
              </a:rPr>
              <a:t>Daten</a:t>
            </a:r>
            <a:r>
              <a:rPr lang="en-DE" sz="2300" dirty="0">
                <a:latin typeface="Noto Sans" panose="020B0502040504020204" pitchFamily="34" charset="0"/>
                <a:ea typeface="Noto Sans" panose="020B0502040504020204" pitchFamily="34" charset="0"/>
                <a:cs typeface="Noto Sans" panose="020B0502040504020204" pitchFamily="34" charset="0"/>
              </a:rPr>
              <a:t> ab 1991</a:t>
            </a:r>
            <a:endParaRPr lang="en-US" sz="2300" dirty="0">
              <a:latin typeface="Noto Sans" panose="020B0502040504020204" pitchFamily="34" charset="0"/>
              <a:ea typeface="Noto Sans" panose="020B0502040504020204" pitchFamily="34" charset="0"/>
              <a:cs typeface="Noto Sans" panose="020B0502040504020204" pitchFamily="34" charset="0"/>
            </a:endParaRPr>
          </a:p>
        </p:txBody>
      </p:sp>
      <p:sp>
        <p:nvSpPr>
          <p:cNvPr id="22" name="Title 1">
            <a:extLst>
              <a:ext uri="{FF2B5EF4-FFF2-40B4-BE49-F238E27FC236}">
                <a16:creationId xmlns:a16="http://schemas.microsoft.com/office/drawing/2014/main" id="{4FF27B31-07FE-4386-AAA6-3B98F37C13CD}"/>
              </a:ext>
            </a:extLst>
          </p:cNvPr>
          <p:cNvSpPr txBox="1">
            <a:spLocks/>
          </p:cNvSpPr>
          <p:nvPr/>
        </p:nvSpPr>
        <p:spPr>
          <a:xfrm>
            <a:off x="3597869" y="4491756"/>
            <a:ext cx="4995900" cy="1235444"/>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6000" b="1" dirty="0">
                <a:latin typeface="Noto Sans" panose="020B0502040504020204" pitchFamily="34" charset="0"/>
                <a:ea typeface="Noto Sans" panose="020B0502040504020204" pitchFamily="34" charset="0"/>
                <a:cs typeface="Noto Sans" panose="020B0502040504020204" pitchFamily="34" charset="0"/>
              </a:rPr>
              <a:t>PLAINTEXT!</a:t>
            </a:r>
            <a:endParaRPr lang="en-US" sz="6000" b="1" dirty="0">
              <a:latin typeface="Noto Sans" panose="020B0502040504020204" pitchFamily="34" charset="0"/>
              <a:ea typeface="Noto Sans" panose="020B0502040504020204" pitchFamily="34" charset="0"/>
              <a:cs typeface="Noto Sans" panose="020B0502040504020204" pitchFamily="34" charset="0"/>
            </a:endParaRPr>
          </a:p>
        </p:txBody>
      </p:sp>
      <p:sp>
        <p:nvSpPr>
          <p:cNvPr id="3" name="Pfeil: nach rechts 2">
            <a:extLst>
              <a:ext uri="{FF2B5EF4-FFF2-40B4-BE49-F238E27FC236}">
                <a16:creationId xmlns:a16="http://schemas.microsoft.com/office/drawing/2014/main" id="{3F7516E7-A8B3-4DD7-CDDF-ECA1FBA411FA}"/>
              </a:ext>
            </a:extLst>
          </p:cNvPr>
          <p:cNvSpPr/>
          <p:nvPr/>
        </p:nvSpPr>
        <p:spPr>
          <a:xfrm>
            <a:off x="7588492" y="2305218"/>
            <a:ext cx="582034" cy="380872"/>
          </a:xfrm>
          <a:prstGeom prst="rightArrow">
            <a:avLst/>
          </a:prstGeom>
          <a:solidFill>
            <a:srgbClr val="1628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de-DE" sz="2400" dirty="0"/>
          </a:p>
        </p:txBody>
      </p:sp>
    </p:spTree>
    <p:extLst>
      <p:ext uri="{BB962C8B-B14F-4D97-AF65-F5344CB8AC3E}">
        <p14:creationId xmlns:p14="http://schemas.microsoft.com/office/powerpoint/2010/main" val="2087975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10" grpId="0" animBg="1"/>
      <p:bldP spid="15" grpId="0"/>
      <p:bldP spid="16" grpId="0" animBg="1"/>
      <p:bldP spid="17" grpId="0"/>
      <p:bldP spid="20" grpId="0" animBg="1"/>
      <p:bldP spid="21" grpId="0"/>
      <p:bldP spid="22" grpId="0"/>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26">
            <a:extLst>
              <a:ext uri="{FF2B5EF4-FFF2-40B4-BE49-F238E27FC236}">
                <a16:creationId xmlns:a16="http://schemas.microsoft.com/office/drawing/2014/main" id="{A58F3271-9F48-5A78-9024-93D458AB76AA}"/>
              </a:ext>
            </a:extLst>
          </p:cNvPr>
          <p:cNvSpPr/>
          <p:nvPr/>
        </p:nvSpPr>
        <p:spPr>
          <a:xfrm>
            <a:off x="470786" y="1943264"/>
            <a:ext cx="3213100" cy="3554241"/>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26">
            <a:extLst>
              <a:ext uri="{FF2B5EF4-FFF2-40B4-BE49-F238E27FC236}">
                <a16:creationId xmlns:a16="http://schemas.microsoft.com/office/drawing/2014/main" id="{3BCFF171-B1DE-7BC5-1515-A48884BF2E27}"/>
              </a:ext>
            </a:extLst>
          </p:cNvPr>
          <p:cNvSpPr/>
          <p:nvPr/>
        </p:nvSpPr>
        <p:spPr>
          <a:xfrm>
            <a:off x="4476569" y="1943264"/>
            <a:ext cx="3213100" cy="3554241"/>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26">
            <a:extLst>
              <a:ext uri="{FF2B5EF4-FFF2-40B4-BE49-F238E27FC236}">
                <a16:creationId xmlns:a16="http://schemas.microsoft.com/office/drawing/2014/main" id="{D5CDC98F-9B40-1545-AF4D-1D58699AB632}"/>
              </a:ext>
            </a:extLst>
          </p:cNvPr>
          <p:cNvSpPr/>
          <p:nvPr/>
        </p:nvSpPr>
        <p:spPr>
          <a:xfrm>
            <a:off x="8318683" y="1943263"/>
            <a:ext cx="3213100" cy="3554241"/>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9B26702-FD1D-E031-C707-B5BBDFF02678}"/>
              </a:ext>
            </a:extLst>
          </p:cNvPr>
          <p:cNvSpPr>
            <a:spLocks noGrp="1"/>
          </p:cNvSpPr>
          <p:nvPr>
            <p:ph type="title"/>
          </p:nvPr>
        </p:nvSpPr>
        <p:spPr/>
        <p:txBody>
          <a:bodyPr/>
          <a:lstStyle/>
          <a:p>
            <a:r>
              <a:rPr lang="en-DE" dirty="0"/>
              <a:t>Was </a:t>
            </a:r>
            <a:r>
              <a:rPr lang="en-DE" dirty="0" err="1"/>
              <a:t>steht</a:t>
            </a:r>
            <a:r>
              <a:rPr lang="en-DE" dirty="0"/>
              <a:t> </a:t>
            </a:r>
            <a:r>
              <a:rPr lang="en-DE" dirty="0" err="1"/>
              <a:t>im</a:t>
            </a:r>
            <a:r>
              <a:rPr lang="en-DE" dirty="0"/>
              <a:t> </a:t>
            </a:r>
            <a:r>
              <a:rPr lang="en-DE" dirty="0" err="1"/>
              <a:t>Protokolltext</a:t>
            </a:r>
            <a:r>
              <a:rPr lang="en-DE" dirty="0"/>
              <a:t>?</a:t>
            </a:r>
            <a:endParaRPr lang="de-DE" dirty="0"/>
          </a:p>
        </p:txBody>
      </p:sp>
      <p:sp>
        <p:nvSpPr>
          <p:cNvPr id="4" name="Fußzeilenplatzhalter 3">
            <a:extLst>
              <a:ext uri="{FF2B5EF4-FFF2-40B4-BE49-F238E27FC236}">
                <a16:creationId xmlns:a16="http://schemas.microsoft.com/office/drawing/2014/main" id="{DF486D8B-95EA-1F19-12B3-B940A25FA83E}"/>
              </a:ext>
            </a:extLst>
          </p:cNvPr>
          <p:cNvSpPr>
            <a:spLocks noGrp="1"/>
          </p:cNvSpPr>
          <p:nvPr>
            <p:ph type="ftr" sz="quarter" idx="10"/>
          </p:nvPr>
        </p:nvSpPr>
        <p:spPr/>
        <p:txBody>
          <a:bodyPr/>
          <a:lstStyle/>
          <a:p>
            <a:r>
              <a:rPr lang="de-DE" dirty="0"/>
              <a:t>www.th-nuernberg.de</a:t>
            </a:r>
          </a:p>
        </p:txBody>
      </p:sp>
      <p:sp>
        <p:nvSpPr>
          <p:cNvPr id="5" name="Foliennummernplatzhalter 4">
            <a:extLst>
              <a:ext uri="{FF2B5EF4-FFF2-40B4-BE49-F238E27FC236}">
                <a16:creationId xmlns:a16="http://schemas.microsoft.com/office/drawing/2014/main" id="{42D5E9EF-8E14-C2D0-E2F7-313A0B0DA1C0}"/>
              </a:ext>
            </a:extLst>
          </p:cNvPr>
          <p:cNvSpPr>
            <a:spLocks noGrp="1"/>
          </p:cNvSpPr>
          <p:nvPr>
            <p:ph type="sldNum" sz="quarter" idx="11"/>
          </p:nvPr>
        </p:nvSpPr>
        <p:spPr/>
        <p:txBody>
          <a:bodyPr/>
          <a:lstStyle/>
          <a:p>
            <a:fld id="{13FEB9C3-1FF9-4F1A-B0DB-7E320F93F669}" type="slidenum">
              <a:rPr lang="de-DE" smtClean="0"/>
              <a:pPr/>
              <a:t>4</a:t>
            </a:fld>
            <a:endParaRPr lang="de-DE"/>
          </a:p>
        </p:txBody>
      </p:sp>
      <p:sp>
        <p:nvSpPr>
          <p:cNvPr id="3" name="Title 1">
            <a:extLst>
              <a:ext uri="{FF2B5EF4-FFF2-40B4-BE49-F238E27FC236}">
                <a16:creationId xmlns:a16="http://schemas.microsoft.com/office/drawing/2014/main" id="{65342D95-0AA3-F596-7BD9-477E84FB2940}"/>
              </a:ext>
            </a:extLst>
          </p:cNvPr>
          <p:cNvSpPr txBox="1">
            <a:spLocks/>
          </p:cNvSpPr>
          <p:nvPr/>
        </p:nvSpPr>
        <p:spPr>
          <a:xfrm>
            <a:off x="733336" y="4543240"/>
            <a:ext cx="2688000" cy="777490"/>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3200" b="1" dirty="0" err="1">
                <a:latin typeface="Noto Sans" panose="020B0502040504020204" pitchFamily="34" charset="0"/>
                <a:ea typeface="Noto Sans" panose="020B0502040504020204" pitchFamily="34" charset="0"/>
                <a:cs typeface="Noto Sans" panose="020B0502040504020204" pitchFamily="34" charset="0"/>
              </a:rPr>
              <a:t>Red</a:t>
            </a:r>
            <a:r>
              <a:rPr lang="en-DE" sz="3200" b="1" dirty="0" err="1">
                <a:solidFill>
                  <a:srgbClr val="16283D"/>
                </a:solidFill>
                <a:latin typeface="Noto Sans" panose="020B0502040504020204" pitchFamily="34" charset="0"/>
                <a:ea typeface="Noto Sans" panose="020B0502040504020204" pitchFamily="34" charset="0"/>
                <a:cs typeface="Noto Sans" panose="020B0502040504020204" pitchFamily="34" charset="0"/>
              </a:rPr>
              <a:t>e</a:t>
            </a:r>
            <a:r>
              <a:rPr lang="en-DE" sz="3200" b="1" dirty="0" err="1">
                <a:latin typeface="Noto Sans" panose="020B0502040504020204" pitchFamily="34" charset="0"/>
                <a:ea typeface="Noto Sans" panose="020B0502040504020204" pitchFamily="34" charset="0"/>
                <a:cs typeface="Noto Sans" panose="020B0502040504020204" pitchFamily="34" charset="0"/>
              </a:rPr>
              <a:t>beiträge</a:t>
            </a:r>
            <a:endParaRPr lang="en-US" sz="3200" b="1" dirty="0">
              <a:latin typeface="Noto Sans" panose="020B0502040504020204" pitchFamily="34" charset="0"/>
              <a:ea typeface="Noto Sans" panose="020B0502040504020204" pitchFamily="34" charset="0"/>
              <a:cs typeface="Noto Sans" panose="020B0502040504020204" pitchFamily="34" charset="0"/>
            </a:endParaRPr>
          </a:p>
        </p:txBody>
      </p:sp>
      <p:sp>
        <p:nvSpPr>
          <p:cNvPr id="6" name="Title 1">
            <a:extLst>
              <a:ext uri="{FF2B5EF4-FFF2-40B4-BE49-F238E27FC236}">
                <a16:creationId xmlns:a16="http://schemas.microsoft.com/office/drawing/2014/main" id="{02FBC55F-9000-E86E-BA96-FEF90D137FE4}"/>
              </a:ext>
            </a:extLst>
          </p:cNvPr>
          <p:cNvSpPr txBox="1">
            <a:spLocks/>
          </p:cNvSpPr>
          <p:nvPr/>
        </p:nvSpPr>
        <p:spPr>
          <a:xfrm>
            <a:off x="4739119" y="4479740"/>
            <a:ext cx="2688000" cy="77749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3300" b="1" dirty="0" err="1">
                <a:latin typeface="Noto Sans" panose="020B0502040504020204" pitchFamily="34" charset="0"/>
                <a:ea typeface="Noto Sans" panose="020B0502040504020204" pitchFamily="34" charset="0"/>
                <a:cs typeface="Noto Sans" panose="020B0502040504020204" pitchFamily="34" charset="0"/>
              </a:rPr>
              <a:t>Applaus</a:t>
            </a:r>
            <a:endParaRPr lang="en-US" sz="2400" b="1" dirty="0">
              <a:latin typeface="Noto Sans" panose="020B0502040504020204" pitchFamily="34" charset="0"/>
              <a:ea typeface="Noto Sans" panose="020B0502040504020204" pitchFamily="34" charset="0"/>
              <a:cs typeface="Noto Sans" panose="020B0502040504020204" pitchFamily="34" charset="0"/>
            </a:endParaRPr>
          </a:p>
        </p:txBody>
      </p:sp>
      <p:sp>
        <p:nvSpPr>
          <p:cNvPr id="8" name="Title 1">
            <a:extLst>
              <a:ext uri="{FF2B5EF4-FFF2-40B4-BE49-F238E27FC236}">
                <a16:creationId xmlns:a16="http://schemas.microsoft.com/office/drawing/2014/main" id="{5546652B-9416-4292-A9F0-EA2D936E9FCD}"/>
              </a:ext>
            </a:extLst>
          </p:cNvPr>
          <p:cNvSpPr txBox="1">
            <a:spLocks/>
          </p:cNvSpPr>
          <p:nvPr/>
        </p:nvSpPr>
        <p:spPr>
          <a:xfrm>
            <a:off x="8245907" y="4539880"/>
            <a:ext cx="3431804" cy="77749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3200" b="1" dirty="0" err="1">
                <a:latin typeface="Noto Sans" panose="020B0502040504020204" pitchFamily="34" charset="0"/>
                <a:ea typeface="Noto Sans" panose="020B0502040504020204" pitchFamily="34" charset="0"/>
                <a:cs typeface="Noto Sans" panose="020B0502040504020204" pitchFamily="34" charset="0"/>
              </a:rPr>
              <a:t>Zwischenrufe</a:t>
            </a:r>
            <a:endParaRPr lang="en-US" sz="3200" b="1" dirty="0">
              <a:latin typeface="Noto Sans" panose="020B0502040504020204" pitchFamily="34" charset="0"/>
              <a:ea typeface="Noto Sans" panose="020B0502040504020204" pitchFamily="34" charset="0"/>
              <a:cs typeface="Noto Sans" panose="020B0502040504020204" pitchFamily="34" charset="0"/>
            </a:endParaRPr>
          </a:p>
        </p:txBody>
      </p:sp>
      <p:pic>
        <p:nvPicPr>
          <p:cNvPr id="18" name="Grafik 17" descr="Dozent mit einfarbiger Füllung">
            <a:extLst>
              <a:ext uri="{FF2B5EF4-FFF2-40B4-BE49-F238E27FC236}">
                <a16:creationId xmlns:a16="http://schemas.microsoft.com/office/drawing/2014/main" id="{6276454C-9791-8013-18CE-80A7F8D68C4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11004" y="2562668"/>
            <a:ext cx="1732664" cy="1732664"/>
          </a:xfrm>
          <a:prstGeom prst="rect">
            <a:avLst/>
          </a:prstGeom>
        </p:spPr>
      </p:pic>
      <p:pic>
        <p:nvPicPr>
          <p:cNvPr id="25" name="Grafik 24" descr="Klatschende Hände mit einfarbiger Füllung">
            <a:extLst>
              <a:ext uri="{FF2B5EF4-FFF2-40B4-BE49-F238E27FC236}">
                <a16:creationId xmlns:a16="http://schemas.microsoft.com/office/drawing/2014/main" id="{BDFE8777-D28B-89D5-6441-34BA75987A3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76669" y="2699880"/>
            <a:ext cx="1612900" cy="1612900"/>
          </a:xfrm>
          <a:prstGeom prst="rect">
            <a:avLst/>
          </a:prstGeom>
        </p:spPr>
      </p:pic>
      <p:pic>
        <p:nvPicPr>
          <p:cNvPr id="29" name="Grafik 28" descr="Rede mit einfarbiger Füllung">
            <a:extLst>
              <a:ext uri="{FF2B5EF4-FFF2-40B4-BE49-F238E27FC236}">
                <a16:creationId xmlns:a16="http://schemas.microsoft.com/office/drawing/2014/main" id="{FCBE3778-015C-80B8-3ACA-5E41BCC5FC9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8960101" y="2734155"/>
            <a:ext cx="1966473" cy="1625590"/>
          </a:xfrm>
          <a:prstGeom prst="rect">
            <a:avLst/>
          </a:prstGeom>
        </p:spPr>
      </p:pic>
      <p:sp>
        <p:nvSpPr>
          <p:cNvPr id="30" name="Textfeld 29">
            <a:extLst>
              <a:ext uri="{FF2B5EF4-FFF2-40B4-BE49-F238E27FC236}">
                <a16:creationId xmlns:a16="http://schemas.microsoft.com/office/drawing/2014/main" id="{CA196E50-6EEB-9233-1EDF-DDC37DAA3A7C}"/>
              </a:ext>
            </a:extLst>
          </p:cNvPr>
          <p:cNvSpPr txBox="1"/>
          <p:nvPr/>
        </p:nvSpPr>
        <p:spPr>
          <a:xfrm>
            <a:off x="9730270" y="3075057"/>
            <a:ext cx="352982" cy="707886"/>
          </a:xfrm>
          <a:prstGeom prst="rect">
            <a:avLst/>
          </a:prstGeom>
          <a:noFill/>
        </p:spPr>
        <p:txBody>
          <a:bodyPr wrap="none" rtlCol="0">
            <a:spAutoFit/>
          </a:bodyPr>
          <a:lstStyle/>
          <a:p>
            <a:r>
              <a:rPr lang="en-DE" sz="4000" b="1" dirty="0">
                <a:solidFill>
                  <a:schemeClr val="bg1"/>
                </a:solidFill>
                <a:latin typeface="Segoe UI" panose="020B0502040204020203" pitchFamily="34" charset="0"/>
                <a:cs typeface="Segoe UI" panose="020B0502040204020203" pitchFamily="34" charset="0"/>
              </a:rPr>
              <a:t>!</a:t>
            </a:r>
            <a:endParaRPr lang="de-DE" sz="4000" b="1"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1805205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7C570A-9F45-36B3-883C-B14F55EE920E}"/>
              </a:ext>
            </a:extLst>
          </p:cNvPr>
          <p:cNvSpPr>
            <a:spLocks noGrp="1"/>
          </p:cNvSpPr>
          <p:nvPr>
            <p:ph type="title"/>
          </p:nvPr>
        </p:nvSpPr>
        <p:spPr/>
        <p:txBody>
          <a:bodyPr/>
          <a:lstStyle/>
          <a:p>
            <a:r>
              <a:rPr lang="en-DE" dirty="0" err="1"/>
              <a:t>Statistische</a:t>
            </a:r>
            <a:r>
              <a:rPr lang="en-DE" dirty="0"/>
              <a:t> Analyse</a:t>
            </a:r>
            <a:endParaRPr lang="de-DE" dirty="0"/>
          </a:p>
        </p:txBody>
      </p:sp>
      <p:sp>
        <p:nvSpPr>
          <p:cNvPr id="4" name="Fußzeilenplatzhalter 3">
            <a:extLst>
              <a:ext uri="{FF2B5EF4-FFF2-40B4-BE49-F238E27FC236}">
                <a16:creationId xmlns:a16="http://schemas.microsoft.com/office/drawing/2014/main" id="{22C0F230-BEED-C1F1-16BD-0A4FD8CE2593}"/>
              </a:ext>
            </a:extLst>
          </p:cNvPr>
          <p:cNvSpPr>
            <a:spLocks noGrp="1"/>
          </p:cNvSpPr>
          <p:nvPr>
            <p:ph type="ftr" sz="quarter" idx="10"/>
          </p:nvPr>
        </p:nvSpPr>
        <p:spPr/>
        <p:txBody>
          <a:bodyPr/>
          <a:lstStyle/>
          <a:p>
            <a:r>
              <a:rPr lang="de-DE"/>
              <a:t>www.th-nuernberg.de</a:t>
            </a:r>
            <a:endParaRPr lang="de-DE" dirty="0"/>
          </a:p>
        </p:txBody>
      </p:sp>
      <p:sp>
        <p:nvSpPr>
          <p:cNvPr id="5" name="Foliennummernplatzhalter 4">
            <a:extLst>
              <a:ext uri="{FF2B5EF4-FFF2-40B4-BE49-F238E27FC236}">
                <a16:creationId xmlns:a16="http://schemas.microsoft.com/office/drawing/2014/main" id="{354AF5F3-6B5A-38D8-AE31-C73437F5B7BA}"/>
              </a:ext>
            </a:extLst>
          </p:cNvPr>
          <p:cNvSpPr>
            <a:spLocks noGrp="1"/>
          </p:cNvSpPr>
          <p:nvPr>
            <p:ph type="sldNum" sz="quarter" idx="11"/>
          </p:nvPr>
        </p:nvSpPr>
        <p:spPr/>
        <p:txBody>
          <a:bodyPr/>
          <a:lstStyle/>
          <a:p>
            <a:fld id="{13FEB9C3-1FF9-4F1A-B0DB-7E320F93F669}" type="slidenum">
              <a:rPr lang="de-DE" smtClean="0"/>
              <a:pPr/>
              <a:t>5</a:t>
            </a:fld>
            <a:endParaRPr lang="de-DE"/>
          </a:p>
        </p:txBody>
      </p:sp>
    </p:spTree>
    <p:extLst>
      <p:ext uri="{BB962C8B-B14F-4D97-AF65-F5344CB8AC3E}">
        <p14:creationId xmlns:p14="http://schemas.microsoft.com/office/powerpoint/2010/main" val="3102792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ildplatzhalter 1">
            <a:extLst>
              <a:ext uri="{FF2B5EF4-FFF2-40B4-BE49-F238E27FC236}">
                <a16:creationId xmlns:a16="http://schemas.microsoft.com/office/drawing/2014/main" id="{1BEC7ED4-1C90-EA2E-8136-C2F9B855A2DC}"/>
              </a:ext>
            </a:extLst>
          </p:cNvPr>
          <p:cNvSpPr>
            <a:spLocks noGrp="1"/>
          </p:cNvSpPr>
          <p:nvPr>
            <p:ph type="pic" sz="quarter" idx="10"/>
          </p:nvPr>
        </p:nvSpPr>
        <p:spPr/>
        <p:txBody>
          <a:bodyPr/>
          <a:lstStyle/>
          <a:p>
            <a:endParaRPr lang="en-US" dirty="0"/>
          </a:p>
        </p:txBody>
      </p:sp>
      <p:sp>
        <p:nvSpPr>
          <p:cNvPr id="3" name="Titel 2">
            <a:extLst>
              <a:ext uri="{FF2B5EF4-FFF2-40B4-BE49-F238E27FC236}">
                <a16:creationId xmlns:a16="http://schemas.microsoft.com/office/drawing/2014/main" id="{9EE8C913-9780-2E15-C41D-688314DDA8C7}"/>
              </a:ext>
            </a:extLst>
          </p:cNvPr>
          <p:cNvSpPr>
            <a:spLocks noGrp="1"/>
          </p:cNvSpPr>
          <p:nvPr>
            <p:ph type="ctrTitle"/>
          </p:nvPr>
        </p:nvSpPr>
        <p:spPr>
          <a:xfrm>
            <a:off x="3191724" y="9859"/>
            <a:ext cx="5808549" cy="1171071"/>
          </a:xfrm>
        </p:spPr>
        <p:txBody>
          <a:bodyPr/>
          <a:lstStyle/>
          <a:p>
            <a:r>
              <a:rPr lang="de-DE" sz="5400" dirty="0"/>
              <a:t>Statistische Analyse</a:t>
            </a:r>
          </a:p>
        </p:txBody>
      </p:sp>
      <p:pic>
        <p:nvPicPr>
          <p:cNvPr id="8" name="Grafik 7" descr="Ein Bild, das Text, ClipArt enthält.&#10;&#10;Automatisch generierte Beschreibung">
            <a:extLst>
              <a:ext uri="{FF2B5EF4-FFF2-40B4-BE49-F238E27FC236}">
                <a16:creationId xmlns:a16="http://schemas.microsoft.com/office/drawing/2014/main" id="{4CF58DF2-554F-F3A5-4A77-5B6C5E3A57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188" y="226800"/>
            <a:ext cx="2154940" cy="524257"/>
          </a:xfrm>
          <a:prstGeom prst="rect">
            <a:avLst/>
          </a:prstGeom>
        </p:spPr>
      </p:pic>
      <p:pic>
        <p:nvPicPr>
          <p:cNvPr id="4" name="Picture 2">
            <a:extLst>
              <a:ext uri="{FF2B5EF4-FFF2-40B4-BE49-F238E27FC236}">
                <a16:creationId xmlns:a16="http://schemas.microsoft.com/office/drawing/2014/main" id="{C2FFB445-AEBA-E2B5-CE01-BAD94CA917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679" y="1307746"/>
            <a:ext cx="4612120" cy="236444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9C057C4E-D8D4-F2B9-BEF5-70B1C48CB6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1149" y="1307746"/>
            <a:ext cx="4612120" cy="236444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24528017-7130-0E07-10A6-6B4378F0B9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92328" y="3925819"/>
            <a:ext cx="5007343" cy="256705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CBB82C0-CF7D-26DA-742C-C740FB3BE71D}"/>
              </a:ext>
            </a:extLst>
          </p:cNvPr>
          <p:cNvSpPr txBox="1"/>
          <p:nvPr/>
        </p:nvSpPr>
        <p:spPr>
          <a:xfrm>
            <a:off x="3962566" y="6490772"/>
            <a:ext cx="4320350" cy="369332"/>
          </a:xfrm>
          <a:prstGeom prst="rect">
            <a:avLst/>
          </a:prstGeom>
          <a:noFill/>
        </p:spPr>
        <p:txBody>
          <a:bodyPr wrap="none" rtlCol="0">
            <a:spAutoFit/>
          </a:bodyPr>
          <a:lstStyle/>
          <a:p>
            <a:r>
              <a:rPr lang="de-DE" dirty="0">
                <a:solidFill>
                  <a:schemeClr val="bg1"/>
                </a:solidFill>
              </a:rPr>
              <a:t>Ergebnis: Ohne Klammern und </a:t>
            </a:r>
            <a:r>
              <a:rPr lang="de-DE" dirty="0" err="1">
                <a:solidFill>
                  <a:schemeClr val="bg1"/>
                </a:solidFill>
              </a:rPr>
              <a:t>Stopwords</a:t>
            </a:r>
            <a:endParaRPr lang="en-US" dirty="0">
              <a:solidFill>
                <a:schemeClr val="bg1"/>
              </a:solidFill>
            </a:endParaRPr>
          </a:p>
        </p:txBody>
      </p:sp>
    </p:spTree>
    <p:extLst>
      <p:ext uri="{BB962C8B-B14F-4D97-AF65-F5344CB8AC3E}">
        <p14:creationId xmlns:p14="http://schemas.microsoft.com/office/powerpoint/2010/main" val="3731414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9EE8C913-9780-2E15-C41D-688314DDA8C7}"/>
              </a:ext>
            </a:extLst>
          </p:cNvPr>
          <p:cNvSpPr>
            <a:spLocks noGrp="1"/>
          </p:cNvSpPr>
          <p:nvPr>
            <p:ph type="ctrTitle"/>
          </p:nvPr>
        </p:nvSpPr>
        <p:spPr>
          <a:xfrm>
            <a:off x="3191724" y="9859"/>
            <a:ext cx="5808549" cy="1171071"/>
          </a:xfrm>
        </p:spPr>
        <p:txBody>
          <a:bodyPr/>
          <a:lstStyle/>
          <a:p>
            <a:r>
              <a:rPr lang="de-DE" sz="5400" dirty="0"/>
              <a:t>Statistische Analyse</a:t>
            </a:r>
          </a:p>
        </p:txBody>
      </p:sp>
      <p:pic>
        <p:nvPicPr>
          <p:cNvPr id="8" name="Grafik 7" descr="Ein Bild, das Text, ClipArt enthält.&#10;&#10;Automatisch generierte Beschreibung">
            <a:extLst>
              <a:ext uri="{FF2B5EF4-FFF2-40B4-BE49-F238E27FC236}">
                <a16:creationId xmlns:a16="http://schemas.microsoft.com/office/drawing/2014/main" id="{4CF58DF2-554F-F3A5-4A77-5B6C5E3A57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188" y="226800"/>
            <a:ext cx="2154940" cy="524257"/>
          </a:xfrm>
          <a:prstGeom prst="rect">
            <a:avLst/>
          </a:prstGeom>
        </p:spPr>
      </p:pic>
      <p:pic>
        <p:nvPicPr>
          <p:cNvPr id="9" name="Picture Placeholder 8" descr="A graph with blue lines&#10;&#10;Description automatically generated">
            <a:extLst>
              <a:ext uri="{FF2B5EF4-FFF2-40B4-BE49-F238E27FC236}">
                <a16:creationId xmlns:a16="http://schemas.microsoft.com/office/drawing/2014/main" id="{28FA1E6F-0127-E118-AEB1-905D8250AE41}"/>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t="-136" b="3894"/>
          <a:stretch/>
        </p:blipFill>
        <p:spPr>
          <a:xfrm>
            <a:off x="1307431" y="1180930"/>
            <a:ext cx="9577137" cy="5544272"/>
          </a:xfrm>
          <a:prstGeom prst="rect">
            <a:avLst/>
          </a:prstGeom>
        </p:spPr>
      </p:pic>
    </p:spTree>
    <p:extLst>
      <p:ext uri="{BB962C8B-B14F-4D97-AF65-F5344CB8AC3E}">
        <p14:creationId xmlns:p14="http://schemas.microsoft.com/office/powerpoint/2010/main" val="21641436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4522B7F-14E0-9263-4623-180A45F12EE8}"/>
              </a:ext>
            </a:extLst>
          </p:cNvPr>
          <p:cNvSpPr>
            <a:spLocks noGrp="1"/>
          </p:cNvSpPr>
          <p:nvPr>
            <p:ph type="sldNum" sz="quarter" idx="11"/>
          </p:nvPr>
        </p:nvSpPr>
        <p:spPr/>
        <p:txBody>
          <a:bodyPr/>
          <a:lstStyle/>
          <a:p>
            <a:fld id="{13FEB9C3-1FF9-4F1A-B0DB-7E320F93F669}" type="slidenum">
              <a:rPr lang="de-DE" smtClean="0"/>
              <a:pPr/>
              <a:t>8</a:t>
            </a:fld>
            <a:endParaRPr lang="de-DE"/>
          </a:p>
        </p:txBody>
      </p:sp>
      <p:sp>
        <p:nvSpPr>
          <p:cNvPr id="5" name="Fußzeilenplatzhalter 4">
            <a:extLst>
              <a:ext uri="{FF2B5EF4-FFF2-40B4-BE49-F238E27FC236}">
                <a16:creationId xmlns:a16="http://schemas.microsoft.com/office/drawing/2014/main" id="{8DE7DB68-ADA7-233B-253E-42E1150B6B33}"/>
              </a:ext>
            </a:extLst>
          </p:cNvPr>
          <p:cNvSpPr>
            <a:spLocks noGrp="1"/>
          </p:cNvSpPr>
          <p:nvPr>
            <p:ph type="ftr" sz="quarter" idx="13"/>
          </p:nvPr>
        </p:nvSpPr>
        <p:spPr/>
        <p:txBody>
          <a:bodyPr/>
          <a:lstStyle/>
          <a:p>
            <a:r>
              <a:rPr lang="de-DE"/>
              <a:t>www.th-nuernberg.de</a:t>
            </a:r>
            <a:endParaRPr lang="de-DE" dirty="0"/>
          </a:p>
        </p:txBody>
      </p:sp>
      <p:sp>
        <p:nvSpPr>
          <p:cNvPr id="10" name="Rechteck 9">
            <a:extLst>
              <a:ext uri="{FF2B5EF4-FFF2-40B4-BE49-F238E27FC236}">
                <a16:creationId xmlns:a16="http://schemas.microsoft.com/office/drawing/2014/main" id="{D7306CEF-CF6B-8508-D3AC-B70270768403}"/>
              </a:ext>
            </a:extLst>
          </p:cNvPr>
          <p:cNvSpPr/>
          <p:nvPr/>
        </p:nvSpPr>
        <p:spPr>
          <a:xfrm>
            <a:off x="0" y="-34043"/>
            <a:ext cx="1093756" cy="990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de-DE" sz="2400" dirty="0"/>
          </a:p>
        </p:txBody>
      </p:sp>
      <p:sp>
        <p:nvSpPr>
          <p:cNvPr id="8" name="Titel 1">
            <a:extLst>
              <a:ext uri="{FF2B5EF4-FFF2-40B4-BE49-F238E27FC236}">
                <a16:creationId xmlns:a16="http://schemas.microsoft.com/office/drawing/2014/main" id="{FDB6073C-D9E0-8C02-602A-B779399B2703}"/>
              </a:ext>
            </a:extLst>
          </p:cNvPr>
          <p:cNvSpPr txBox="1">
            <a:spLocks/>
          </p:cNvSpPr>
          <p:nvPr/>
        </p:nvSpPr>
        <p:spPr>
          <a:xfrm>
            <a:off x="323845" y="196585"/>
            <a:ext cx="11471638" cy="529343"/>
          </a:xfrm>
          <a:prstGeom prst="rect">
            <a:avLst/>
          </a:prstGeom>
        </p:spPr>
        <p:txBody>
          <a:bodyPr/>
          <a:lstStyle>
            <a:lvl1pPr algn="l" defTabSz="914400" rtl="0" eaLnBrk="1" latinLnBrk="0" hangingPunct="1">
              <a:lnSpc>
                <a:spcPts val="4300"/>
              </a:lnSpc>
              <a:spcBef>
                <a:spcPct val="0"/>
              </a:spcBef>
              <a:buNone/>
              <a:defRPr sz="4200" kern="1200">
                <a:solidFill>
                  <a:schemeClr val="accent1"/>
                </a:solidFill>
                <a:latin typeface="+mj-lt"/>
                <a:ea typeface="+mj-ea"/>
                <a:cs typeface="+mj-cs"/>
              </a:defRPr>
            </a:lvl1pPr>
          </a:lstStyle>
          <a:p>
            <a:r>
              <a:rPr lang="en-DE" dirty="0" err="1"/>
              <a:t>Wer</a:t>
            </a:r>
            <a:r>
              <a:rPr lang="en-DE" dirty="0"/>
              <a:t> </a:t>
            </a:r>
            <a:r>
              <a:rPr lang="en-DE" dirty="0" err="1"/>
              <a:t>ruft</a:t>
            </a:r>
            <a:r>
              <a:rPr lang="en-DE" dirty="0"/>
              <a:t> </a:t>
            </a:r>
            <a:r>
              <a:rPr lang="en-DE" dirty="0" err="1"/>
              <a:t>wie</a:t>
            </a:r>
            <a:r>
              <a:rPr lang="en-DE" dirty="0"/>
              <a:t> oft </a:t>
            </a:r>
            <a:r>
              <a:rPr lang="en-DE" dirty="0" err="1"/>
              <a:t>hinein</a:t>
            </a:r>
            <a:r>
              <a:rPr lang="en-DE" dirty="0"/>
              <a:t>?</a:t>
            </a:r>
            <a:endParaRPr lang="de-DE" dirty="0"/>
          </a:p>
        </p:txBody>
      </p:sp>
      <p:pic>
        <p:nvPicPr>
          <p:cNvPr id="4" name="Grafik 3" descr="Ein Bild, das Text, Screenshot, Diagramm, Rechteck enthält.&#10;&#10;Automatisch generierte Beschreibung">
            <a:extLst>
              <a:ext uri="{FF2B5EF4-FFF2-40B4-BE49-F238E27FC236}">
                <a16:creationId xmlns:a16="http://schemas.microsoft.com/office/drawing/2014/main" id="{2BCA03F3-CFF0-72BB-FBAD-D334FB4373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846" y="1187185"/>
            <a:ext cx="11507792" cy="4839726"/>
          </a:xfrm>
          <a:prstGeom prst="rect">
            <a:avLst/>
          </a:prstGeom>
        </p:spPr>
      </p:pic>
      <p:sp>
        <p:nvSpPr>
          <p:cNvPr id="6" name="Title 1">
            <a:extLst>
              <a:ext uri="{FF2B5EF4-FFF2-40B4-BE49-F238E27FC236}">
                <a16:creationId xmlns:a16="http://schemas.microsoft.com/office/drawing/2014/main" id="{153976FA-8DDA-F527-88A7-E1BD1C71C110}"/>
              </a:ext>
            </a:extLst>
          </p:cNvPr>
          <p:cNvSpPr txBox="1">
            <a:spLocks/>
          </p:cNvSpPr>
          <p:nvPr/>
        </p:nvSpPr>
        <p:spPr>
          <a:xfrm>
            <a:off x="4859999" y="1443266"/>
            <a:ext cx="6030944" cy="51069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1800" dirty="0">
                <a:latin typeface="Noto Sans" panose="020B0502040504020204" pitchFamily="34" charset="0"/>
                <a:ea typeface="Noto Sans" panose="020B0502040504020204" pitchFamily="34" charset="0"/>
                <a:cs typeface="Noto Sans" panose="020B0502040504020204" pitchFamily="34" charset="0"/>
              </a:rPr>
              <a:t>*</a:t>
            </a:r>
            <a:r>
              <a:rPr lang="en-DE" sz="1800" dirty="0" err="1">
                <a:latin typeface="Noto Sans" panose="020B0502040504020204" pitchFamily="34" charset="0"/>
                <a:ea typeface="Noto Sans" panose="020B0502040504020204" pitchFamily="34" charset="0"/>
                <a:cs typeface="Noto Sans" panose="020B0502040504020204" pitchFamily="34" charset="0"/>
              </a:rPr>
              <a:t>Daten</a:t>
            </a:r>
            <a:r>
              <a:rPr lang="en-DE" sz="1800" dirty="0">
                <a:latin typeface="Noto Sans" panose="020B0502040504020204" pitchFamily="34" charset="0"/>
                <a:ea typeface="Noto Sans" panose="020B0502040504020204" pitchFamily="34" charset="0"/>
                <a:cs typeface="Noto Sans" panose="020B0502040504020204" pitchFamily="34" charset="0"/>
              </a:rPr>
              <a:t> der </a:t>
            </a:r>
            <a:r>
              <a:rPr lang="en-DE" sz="1800" dirty="0" err="1">
                <a:latin typeface="Noto Sans" panose="020B0502040504020204" pitchFamily="34" charset="0"/>
                <a:ea typeface="Noto Sans" panose="020B0502040504020204" pitchFamily="34" charset="0"/>
                <a:cs typeface="Noto Sans" panose="020B0502040504020204" pitchFamily="34" charset="0"/>
              </a:rPr>
              <a:t>aktuellen</a:t>
            </a:r>
            <a:r>
              <a:rPr lang="en-DE" sz="1800" dirty="0">
                <a:latin typeface="Noto Sans" panose="020B0502040504020204" pitchFamily="34" charset="0"/>
                <a:ea typeface="Noto Sans" panose="020B0502040504020204" pitchFamily="34" charset="0"/>
                <a:cs typeface="Noto Sans" panose="020B0502040504020204" pitchFamily="34" charset="0"/>
              </a:rPr>
              <a:t> </a:t>
            </a:r>
            <a:r>
              <a:rPr lang="en-DE" sz="1800" dirty="0" err="1">
                <a:latin typeface="Noto Sans" panose="020B0502040504020204" pitchFamily="34" charset="0"/>
                <a:ea typeface="Noto Sans" panose="020B0502040504020204" pitchFamily="34" charset="0"/>
                <a:cs typeface="Noto Sans" panose="020B0502040504020204" pitchFamily="34" charset="0"/>
              </a:rPr>
              <a:t>Bundestagsperiode</a:t>
            </a:r>
            <a:endParaRPr lang="en-US" sz="1800" b="1"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8348281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4522B7F-14E0-9263-4623-180A45F12EE8}"/>
              </a:ext>
            </a:extLst>
          </p:cNvPr>
          <p:cNvSpPr>
            <a:spLocks noGrp="1"/>
          </p:cNvSpPr>
          <p:nvPr>
            <p:ph type="sldNum" sz="quarter" idx="11"/>
          </p:nvPr>
        </p:nvSpPr>
        <p:spPr/>
        <p:txBody>
          <a:bodyPr/>
          <a:lstStyle/>
          <a:p>
            <a:fld id="{13FEB9C3-1FF9-4F1A-B0DB-7E320F93F669}" type="slidenum">
              <a:rPr lang="de-DE" smtClean="0"/>
              <a:pPr/>
              <a:t>9</a:t>
            </a:fld>
            <a:endParaRPr lang="de-DE"/>
          </a:p>
        </p:txBody>
      </p:sp>
      <p:sp>
        <p:nvSpPr>
          <p:cNvPr id="5" name="Fußzeilenplatzhalter 4">
            <a:extLst>
              <a:ext uri="{FF2B5EF4-FFF2-40B4-BE49-F238E27FC236}">
                <a16:creationId xmlns:a16="http://schemas.microsoft.com/office/drawing/2014/main" id="{8DE7DB68-ADA7-233B-253E-42E1150B6B33}"/>
              </a:ext>
            </a:extLst>
          </p:cNvPr>
          <p:cNvSpPr>
            <a:spLocks noGrp="1"/>
          </p:cNvSpPr>
          <p:nvPr>
            <p:ph type="ftr" sz="quarter" idx="13"/>
          </p:nvPr>
        </p:nvSpPr>
        <p:spPr/>
        <p:txBody>
          <a:bodyPr/>
          <a:lstStyle/>
          <a:p>
            <a:r>
              <a:rPr lang="de-DE"/>
              <a:t>www.th-nuernberg.de</a:t>
            </a:r>
            <a:endParaRPr lang="de-DE" dirty="0"/>
          </a:p>
        </p:txBody>
      </p:sp>
      <p:sp>
        <p:nvSpPr>
          <p:cNvPr id="10" name="Rechteck 9">
            <a:extLst>
              <a:ext uri="{FF2B5EF4-FFF2-40B4-BE49-F238E27FC236}">
                <a16:creationId xmlns:a16="http://schemas.microsoft.com/office/drawing/2014/main" id="{D7306CEF-CF6B-8508-D3AC-B70270768403}"/>
              </a:ext>
            </a:extLst>
          </p:cNvPr>
          <p:cNvSpPr/>
          <p:nvPr/>
        </p:nvSpPr>
        <p:spPr>
          <a:xfrm>
            <a:off x="0" y="-34043"/>
            <a:ext cx="1093756" cy="990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de-DE" sz="2400" dirty="0"/>
          </a:p>
        </p:txBody>
      </p:sp>
      <p:sp>
        <p:nvSpPr>
          <p:cNvPr id="8" name="Titel 1">
            <a:extLst>
              <a:ext uri="{FF2B5EF4-FFF2-40B4-BE49-F238E27FC236}">
                <a16:creationId xmlns:a16="http://schemas.microsoft.com/office/drawing/2014/main" id="{FDB6073C-D9E0-8C02-602A-B779399B2703}"/>
              </a:ext>
            </a:extLst>
          </p:cNvPr>
          <p:cNvSpPr txBox="1">
            <a:spLocks/>
          </p:cNvSpPr>
          <p:nvPr/>
        </p:nvSpPr>
        <p:spPr>
          <a:xfrm>
            <a:off x="323845" y="196585"/>
            <a:ext cx="11471638" cy="529343"/>
          </a:xfrm>
          <a:prstGeom prst="rect">
            <a:avLst/>
          </a:prstGeom>
        </p:spPr>
        <p:txBody>
          <a:bodyPr/>
          <a:lstStyle>
            <a:lvl1pPr algn="l" defTabSz="914400" rtl="0" eaLnBrk="1" latinLnBrk="0" hangingPunct="1">
              <a:lnSpc>
                <a:spcPts val="4300"/>
              </a:lnSpc>
              <a:spcBef>
                <a:spcPct val="0"/>
              </a:spcBef>
              <a:buNone/>
              <a:defRPr sz="4200" kern="1200">
                <a:solidFill>
                  <a:schemeClr val="accent1"/>
                </a:solidFill>
                <a:latin typeface="+mj-lt"/>
                <a:ea typeface="+mj-ea"/>
                <a:cs typeface="+mj-cs"/>
              </a:defRPr>
            </a:lvl1pPr>
          </a:lstStyle>
          <a:p>
            <a:r>
              <a:rPr lang="en-DE" dirty="0"/>
              <a:t>Wie oft </a:t>
            </a:r>
            <a:r>
              <a:rPr lang="en-DE" dirty="0" err="1"/>
              <a:t>rufen</a:t>
            </a:r>
            <a:r>
              <a:rPr lang="en-DE" dirty="0"/>
              <a:t> </a:t>
            </a:r>
            <a:r>
              <a:rPr lang="en-DE" dirty="0" err="1"/>
              <a:t>einzelne</a:t>
            </a:r>
            <a:r>
              <a:rPr lang="en-DE" dirty="0"/>
              <a:t> </a:t>
            </a:r>
            <a:r>
              <a:rPr lang="en-DE" dirty="0" err="1"/>
              <a:t>Abgeordnete</a:t>
            </a:r>
            <a:r>
              <a:rPr lang="en-DE" dirty="0"/>
              <a:t> </a:t>
            </a:r>
            <a:r>
              <a:rPr lang="en-DE" dirty="0" err="1"/>
              <a:t>hinein</a:t>
            </a:r>
            <a:r>
              <a:rPr lang="en-DE" dirty="0"/>
              <a:t>?</a:t>
            </a:r>
            <a:endParaRPr lang="de-DE" dirty="0"/>
          </a:p>
        </p:txBody>
      </p:sp>
      <p:pic>
        <p:nvPicPr>
          <p:cNvPr id="6" name="Grafik 5" descr="Ein Bild, das Text, Screenshot, Diagramm, Rechteck enthält.&#10;&#10;Automatisch generierte Beschreibung">
            <a:extLst>
              <a:ext uri="{FF2B5EF4-FFF2-40B4-BE49-F238E27FC236}">
                <a16:creationId xmlns:a16="http://schemas.microsoft.com/office/drawing/2014/main" id="{E0A5949C-8E5F-22A2-5E10-F6216B8583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999" y="1187185"/>
            <a:ext cx="11291580" cy="4748795"/>
          </a:xfrm>
          <a:prstGeom prst="rect">
            <a:avLst/>
          </a:prstGeom>
        </p:spPr>
      </p:pic>
      <p:sp>
        <p:nvSpPr>
          <p:cNvPr id="7" name="Title 1">
            <a:extLst>
              <a:ext uri="{FF2B5EF4-FFF2-40B4-BE49-F238E27FC236}">
                <a16:creationId xmlns:a16="http://schemas.microsoft.com/office/drawing/2014/main" id="{8EE29394-02D3-6BC5-478A-13530B292B29}"/>
              </a:ext>
            </a:extLst>
          </p:cNvPr>
          <p:cNvSpPr txBox="1">
            <a:spLocks/>
          </p:cNvSpPr>
          <p:nvPr/>
        </p:nvSpPr>
        <p:spPr>
          <a:xfrm>
            <a:off x="5456572" y="1316266"/>
            <a:ext cx="6030944" cy="51069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1800" dirty="0">
                <a:latin typeface="Noto Sans" panose="020B0502040504020204" pitchFamily="34" charset="0"/>
                <a:ea typeface="Noto Sans" panose="020B0502040504020204" pitchFamily="34" charset="0"/>
                <a:cs typeface="Noto Sans" panose="020B0502040504020204" pitchFamily="34" charset="0"/>
              </a:rPr>
              <a:t>*</a:t>
            </a:r>
            <a:r>
              <a:rPr lang="en-DE" sz="1800" dirty="0" err="1">
                <a:latin typeface="Noto Sans" panose="020B0502040504020204" pitchFamily="34" charset="0"/>
                <a:ea typeface="Noto Sans" panose="020B0502040504020204" pitchFamily="34" charset="0"/>
                <a:cs typeface="Noto Sans" panose="020B0502040504020204" pitchFamily="34" charset="0"/>
              </a:rPr>
              <a:t>Daten</a:t>
            </a:r>
            <a:r>
              <a:rPr lang="en-DE" sz="1800" dirty="0">
                <a:latin typeface="Noto Sans" panose="020B0502040504020204" pitchFamily="34" charset="0"/>
                <a:ea typeface="Noto Sans" panose="020B0502040504020204" pitchFamily="34" charset="0"/>
                <a:cs typeface="Noto Sans" panose="020B0502040504020204" pitchFamily="34" charset="0"/>
              </a:rPr>
              <a:t> der </a:t>
            </a:r>
            <a:r>
              <a:rPr lang="en-DE" sz="1800" dirty="0" err="1">
                <a:latin typeface="Noto Sans" panose="020B0502040504020204" pitchFamily="34" charset="0"/>
                <a:ea typeface="Noto Sans" panose="020B0502040504020204" pitchFamily="34" charset="0"/>
                <a:cs typeface="Noto Sans" panose="020B0502040504020204" pitchFamily="34" charset="0"/>
              </a:rPr>
              <a:t>aktuellen</a:t>
            </a:r>
            <a:r>
              <a:rPr lang="en-DE" sz="1800" dirty="0">
                <a:latin typeface="Noto Sans" panose="020B0502040504020204" pitchFamily="34" charset="0"/>
                <a:ea typeface="Noto Sans" panose="020B0502040504020204" pitchFamily="34" charset="0"/>
                <a:cs typeface="Noto Sans" panose="020B0502040504020204" pitchFamily="34" charset="0"/>
              </a:rPr>
              <a:t> </a:t>
            </a:r>
            <a:r>
              <a:rPr lang="en-DE" sz="1800" dirty="0" err="1">
                <a:latin typeface="Noto Sans" panose="020B0502040504020204" pitchFamily="34" charset="0"/>
                <a:ea typeface="Noto Sans" panose="020B0502040504020204" pitchFamily="34" charset="0"/>
                <a:cs typeface="Noto Sans" panose="020B0502040504020204" pitchFamily="34" charset="0"/>
              </a:rPr>
              <a:t>Bundestagsperiode</a:t>
            </a:r>
            <a:endParaRPr lang="en-US" sz="1800" b="1"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4118297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4522B7F-14E0-9263-4623-180A45F12EE8}"/>
              </a:ext>
            </a:extLst>
          </p:cNvPr>
          <p:cNvSpPr>
            <a:spLocks noGrp="1"/>
          </p:cNvSpPr>
          <p:nvPr>
            <p:ph type="sldNum" sz="quarter" idx="11"/>
          </p:nvPr>
        </p:nvSpPr>
        <p:spPr/>
        <p:txBody>
          <a:bodyPr/>
          <a:lstStyle/>
          <a:p>
            <a:fld id="{13FEB9C3-1FF9-4F1A-B0DB-7E320F93F669}" type="slidenum">
              <a:rPr lang="de-DE" smtClean="0"/>
              <a:pPr/>
              <a:t>10</a:t>
            </a:fld>
            <a:endParaRPr lang="de-DE"/>
          </a:p>
        </p:txBody>
      </p:sp>
      <p:sp>
        <p:nvSpPr>
          <p:cNvPr id="5" name="Fußzeilenplatzhalter 4">
            <a:extLst>
              <a:ext uri="{FF2B5EF4-FFF2-40B4-BE49-F238E27FC236}">
                <a16:creationId xmlns:a16="http://schemas.microsoft.com/office/drawing/2014/main" id="{8DE7DB68-ADA7-233B-253E-42E1150B6B33}"/>
              </a:ext>
            </a:extLst>
          </p:cNvPr>
          <p:cNvSpPr>
            <a:spLocks noGrp="1"/>
          </p:cNvSpPr>
          <p:nvPr>
            <p:ph type="ftr" sz="quarter" idx="13"/>
          </p:nvPr>
        </p:nvSpPr>
        <p:spPr/>
        <p:txBody>
          <a:bodyPr/>
          <a:lstStyle/>
          <a:p>
            <a:r>
              <a:rPr lang="de-DE"/>
              <a:t>www.th-nuernberg.de</a:t>
            </a:r>
            <a:endParaRPr lang="de-DE" dirty="0"/>
          </a:p>
        </p:txBody>
      </p:sp>
      <p:pic>
        <p:nvPicPr>
          <p:cNvPr id="7" name="Grafik 6" descr="Ein Bild, das Text, Screenshot, Diagramm, Quadrat enthält.&#10;&#10;Automatisch generierte Beschreibung">
            <a:extLst>
              <a:ext uri="{FF2B5EF4-FFF2-40B4-BE49-F238E27FC236}">
                <a16:creationId xmlns:a16="http://schemas.microsoft.com/office/drawing/2014/main" id="{85ECFD95-E50E-7363-4B04-38825AC9F8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3146" y="717020"/>
            <a:ext cx="8966907" cy="6725180"/>
          </a:xfrm>
          <a:prstGeom prst="rect">
            <a:avLst/>
          </a:prstGeom>
        </p:spPr>
      </p:pic>
      <p:sp>
        <p:nvSpPr>
          <p:cNvPr id="10" name="Rechteck 9">
            <a:extLst>
              <a:ext uri="{FF2B5EF4-FFF2-40B4-BE49-F238E27FC236}">
                <a16:creationId xmlns:a16="http://schemas.microsoft.com/office/drawing/2014/main" id="{D7306CEF-CF6B-8508-D3AC-B70270768403}"/>
              </a:ext>
            </a:extLst>
          </p:cNvPr>
          <p:cNvSpPr/>
          <p:nvPr/>
        </p:nvSpPr>
        <p:spPr>
          <a:xfrm>
            <a:off x="0" y="-34043"/>
            <a:ext cx="1093756" cy="990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de-DE" sz="2400" dirty="0"/>
          </a:p>
        </p:txBody>
      </p:sp>
      <p:sp>
        <p:nvSpPr>
          <p:cNvPr id="8" name="Titel 1">
            <a:extLst>
              <a:ext uri="{FF2B5EF4-FFF2-40B4-BE49-F238E27FC236}">
                <a16:creationId xmlns:a16="http://schemas.microsoft.com/office/drawing/2014/main" id="{FDB6073C-D9E0-8C02-602A-B779399B2703}"/>
              </a:ext>
            </a:extLst>
          </p:cNvPr>
          <p:cNvSpPr txBox="1">
            <a:spLocks/>
          </p:cNvSpPr>
          <p:nvPr/>
        </p:nvSpPr>
        <p:spPr>
          <a:xfrm>
            <a:off x="323845" y="196585"/>
            <a:ext cx="11471638" cy="529343"/>
          </a:xfrm>
          <a:prstGeom prst="rect">
            <a:avLst/>
          </a:prstGeom>
        </p:spPr>
        <p:txBody>
          <a:bodyPr/>
          <a:lstStyle>
            <a:lvl1pPr algn="l" defTabSz="914400" rtl="0" eaLnBrk="1" latinLnBrk="0" hangingPunct="1">
              <a:lnSpc>
                <a:spcPts val="4300"/>
              </a:lnSpc>
              <a:spcBef>
                <a:spcPct val="0"/>
              </a:spcBef>
              <a:buNone/>
              <a:defRPr sz="4200" kern="1200">
                <a:solidFill>
                  <a:schemeClr val="accent1"/>
                </a:solidFill>
                <a:latin typeface="+mj-lt"/>
                <a:ea typeface="+mj-ea"/>
                <a:cs typeface="+mj-cs"/>
              </a:defRPr>
            </a:lvl1pPr>
          </a:lstStyle>
          <a:p>
            <a:r>
              <a:rPr lang="en-DE" dirty="0" err="1"/>
              <a:t>Wer</a:t>
            </a:r>
            <a:r>
              <a:rPr lang="en-DE" dirty="0"/>
              <a:t> </a:t>
            </a:r>
            <a:r>
              <a:rPr lang="en-DE" dirty="0" err="1"/>
              <a:t>ruft</a:t>
            </a:r>
            <a:r>
              <a:rPr lang="en-DE" dirty="0"/>
              <a:t> </a:t>
            </a:r>
            <a:r>
              <a:rPr lang="en-DE" dirty="0" err="1"/>
              <a:t>wem</a:t>
            </a:r>
            <a:r>
              <a:rPr lang="en-DE" dirty="0"/>
              <a:t> rein?</a:t>
            </a:r>
            <a:endParaRPr lang="de-DE" dirty="0"/>
          </a:p>
        </p:txBody>
      </p:sp>
      <p:sp>
        <p:nvSpPr>
          <p:cNvPr id="12" name="Title 1">
            <a:extLst>
              <a:ext uri="{FF2B5EF4-FFF2-40B4-BE49-F238E27FC236}">
                <a16:creationId xmlns:a16="http://schemas.microsoft.com/office/drawing/2014/main" id="{B36E7AAC-E99B-094A-E850-4B3BF9CA7B56}"/>
              </a:ext>
            </a:extLst>
          </p:cNvPr>
          <p:cNvSpPr txBox="1">
            <a:spLocks/>
          </p:cNvSpPr>
          <p:nvPr/>
        </p:nvSpPr>
        <p:spPr>
          <a:xfrm>
            <a:off x="6878972" y="0"/>
            <a:ext cx="6030944" cy="510697"/>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1800" dirty="0">
                <a:latin typeface="Noto Sans" panose="020B0502040504020204" pitchFamily="34" charset="0"/>
                <a:ea typeface="Noto Sans" panose="020B0502040504020204" pitchFamily="34" charset="0"/>
                <a:cs typeface="Noto Sans" panose="020B0502040504020204" pitchFamily="34" charset="0"/>
              </a:rPr>
              <a:t>*</a:t>
            </a:r>
            <a:r>
              <a:rPr lang="en-DE" sz="1800" dirty="0" err="1">
                <a:latin typeface="Noto Sans" panose="020B0502040504020204" pitchFamily="34" charset="0"/>
                <a:ea typeface="Noto Sans" panose="020B0502040504020204" pitchFamily="34" charset="0"/>
                <a:cs typeface="Noto Sans" panose="020B0502040504020204" pitchFamily="34" charset="0"/>
              </a:rPr>
              <a:t>Daten</a:t>
            </a:r>
            <a:r>
              <a:rPr lang="en-DE" sz="1800" dirty="0">
                <a:latin typeface="Noto Sans" panose="020B0502040504020204" pitchFamily="34" charset="0"/>
                <a:ea typeface="Noto Sans" panose="020B0502040504020204" pitchFamily="34" charset="0"/>
                <a:cs typeface="Noto Sans" panose="020B0502040504020204" pitchFamily="34" charset="0"/>
              </a:rPr>
              <a:t> der </a:t>
            </a:r>
            <a:r>
              <a:rPr lang="en-DE" sz="1800" dirty="0" err="1">
                <a:latin typeface="Noto Sans" panose="020B0502040504020204" pitchFamily="34" charset="0"/>
                <a:ea typeface="Noto Sans" panose="020B0502040504020204" pitchFamily="34" charset="0"/>
                <a:cs typeface="Noto Sans" panose="020B0502040504020204" pitchFamily="34" charset="0"/>
              </a:rPr>
              <a:t>aktuellen</a:t>
            </a:r>
            <a:r>
              <a:rPr lang="en-DE" sz="1800" dirty="0">
                <a:latin typeface="Noto Sans" panose="020B0502040504020204" pitchFamily="34" charset="0"/>
                <a:ea typeface="Noto Sans" panose="020B0502040504020204" pitchFamily="34" charset="0"/>
                <a:cs typeface="Noto Sans" panose="020B0502040504020204" pitchFamily="34" charset="0"/>
              </a:rPr>
              <a:t> </a:t>
            </a:r>
            <a:r>
              <a:rPr lang="en-DE" sz="1800" dirty="0" err="1">
                <a:latin typeface="Noto Sans" panose="020B0502040504020204" pitchFamily="34" charset="0"/>
                <a:ea typeface="Noto Sans" panose="020B0502040504020204" pitchFamily="34" charset="0"/>
                <a:cs typeface="Noto Sans" panose="020B0502040504020204" pitchFamily="34" charset="0"/>
              </a:rPr>
              <a:t>Bundestagsperiode</a:t>
            </a:r>
            <a:endParaRPr lang="en-US" sz="1800" b="1"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1222399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4522B7F-14E0-9263-4623-180A45F12EE8}"/>
              </a:ext>
            </a:extLst>
          </p:cNvPr>
          <p:cNvSpPr>
            <a:spLocks noGrp="1"/>
          </p:cNvSpPr>
          <p:nvPr>
            <p:ph type="sldNum" sz="quarter" idx="11"/>
          </p:nvPr>
        </p:nvSpPr>
        <p:spPr/>
        <p:txBody>
          <a:bodyPr/>
          <a:lstStyle/>
          <a:p>
            <a:fld id="{13FEB9C3-1FF9-4F1A-B0DB-7E320F93F669}" type="slidenum">
              <a:rPr lang="de-DE" smtClean="0"/>
              <a:pPr/>
              <a:t>11</a:t>
            </a:fld>
            <a:endParaRPr lang="de-DE"/>
          </a:p>
        </p:txBody>
      </p:sp>
      <p:sp>
        <p:nvSpPr>
          <p:cNvPr id="5" name="Fußzeilenplatzhalter 4">
            <a:extLst>
              <a:ext uri="{FF2B5EF4-FFF2-40B4-BE49-F238E27FC236}">
                <a16:creationId xmlns:a16="http://schemas.microsoft.com/office/drawing/2014/main" id="{8DE7DB68-ADA7-233B-253E-42E1150B6B33}"/>
              </a:ext>
            </a:extLst>
          </p:cNvPr>
          <p:cNvSpPr>
            <a:spLocks noGrp="1"/>
          </p:cNvSpPr>
          <p:nvPr>
            <p:ph type="ftr" sz="quarter" idx="13"/>
          </p:nvPr>
        </p:nvSpPr>
        <p:spPr/>
        <p:txBody>
          <a:bodyPr/>
          <a:lstStyle/>
          <a:p>
            <a:r>
              <a:rPr lang="de-DE"/>
              <a:t>www.th-nuernberg.de</a:t>
            </a:r>
            <a:endParaRPr lang="de-DE" dirty="0"/>
          </a:p>
        </p:txBody>
      </p:sp>
      <p:sp>
        <p:nvSpPr>
          <p:cNvPr id="10" name="Rechteck 9">
            <a:extLst>
              <a:ext uri="{FF2B5EF4-FFF2-40B4-BE49-F238E27FC236}">
                <a16:creationId xmlns:a16="http://schemas.microsoft.com/office/drawing/2014/main" id="{D7306CEF-CF6B-8508-D3AC-B70270768403}"/>
              </a:ext>
            </a:extLst>
          </p:cNvPr>
          <p:cNvSpPr/>
          <p:nvPr/>
        </p:nvSpPr>
        <p:spPr>
          <a:xfrm>
            <a:off x="0" y="-34043"/>
            <a:ext cx="1093756" cy="990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de-DE" sz="2400" dirty="0"/>
          </a:p>
        </p:txBody>
      </p:sp>
      <p:sp>
        <p:nvSpPr>
          <p:cNvPr id="8" name="Titel 1">
            <a:extLst>
              <a:ext uri="{FF2B5EF4-FFF2-40B4-BE49-F238E27FC236}">
                <a16:creationId xmlns:a16="http://schemas.microsoft.com/office/drawing/2014/main" id="{FDB6073C-D9E0-8C02-602A-B779399B2703}"/>
              </a:ext>
            </a:extLst>
          </p:cNvPr>
          <p:cNvSpPr txBox="1">
            <a:spLocks/>
          </p:cNvSpPr>
          <p:nvPr/>
        </p:nvSpPr>
        <p:spPr>
          <a:xfrm>
            <a:off x="323845" y="196585"/>
            <a:ext cx="11471638" cy="529343"/>
          </a:xfrm>
          <a:prstGeom prst="rect">
            <a:avLst/>
          </a:prstGeom>
        </p:spPr>
        <p:txBody>
          <a:bodyPr/>
          <a:lstStyle>
            <a:lvl1pPr algn="l" defTabSz="914400" rtl="0" eaLnBrk="1" latinLnBrk="0" hangingPunct="1">
              <a:lnSpc>
                <a:spcPts val="4300"/>
              </a:lnSpc>
              <a:spcBef>
                <a:spcPct val="0"/>
              </a:spcBef>
              <a:buNone/>
              <a:defRPr sz="4200" kern="1200">
                <a:solidFill>
                  <a:schemeClr val="accent1"/>
                </a:solidFill>
                <a:latin typeface="+mj-lt"/>
                <a:ea typeface="+mj-ea"/>
                <a:cs typeface="+mj-cs"/>
              </a:defRPr>
            </a:lvl1pPr>
          </a:lstStyle>
          <a:p>
            <a:r>
              <a:rPr lang="en-DE" dirty="0" err="1"/>
              <a:t>Wer</a:t>
            </a:r>
            <a:r>
              <a:rPr lang="en-DE" dirty="0"/>
              <a:t> </a:t>
            </a:r>
            <a:r>
              <a:rPr lang="en-DE" dirty="0" err="1"/>
              <a:t>ruft</a:t>
            </a:r>
            <a:r>
              <a:rPr lang="en-DE" dirty="0"/>
              <a:t> </a:t>
            </a:r>
            <a:r>
              <a:rPr lang="en-DE" dirty="0" err="1"/>
              <a:t>wem</a:t>
            </a:r>
            <a:r>
              <a:rPr lang="en-DE" dirty="0"/>
              <a:t> rein?</a:t>
            </a:r>
            <a:endParaRPr lang="de-DE" dirty="0"/>
          </a:p>
        </p:txBody>
      </p:sp>
      <p:sp>
        <p:nvSpPr>
          <p:cNvPr id="12" name="Title 1">
            <a:extLst>
              <a:ext uri="{FF2B5EF4-FFF2-40B4-BE49-F238E27FC236}">
                <a16:creationId xmlns:a16="http://schemas.microsoft.com/office/drawing/2014/main" id="{B36E7AAC-E99B-094A-E850-4B3BF9CA7B56}"/>
              </a:ext>
            </a:extLst>
          </p:cNvPr>
          <p:cNvSpPr txBox="1">
            <a:spLocks/>
          </p:cNvSpPr>
          <p:nvPr/>
        </p:nvSpPr>
        <p:spPr>
          <a:xfrm>
            <a:off x="5800693" y="75197"/>
            <a:ext cx="6030944" cy="510697"/>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1800" dirty="0">
                <a:latin typeface="Noto Sans" panose="020B0502040504020204" pitchFamily="34" charset="0"/>
                <a:ea typeface="Noto Sans" panose="020B0502040504020204" pitchFamily="34" charset="0"/>
                <a:cs typeface="Noto Sans" panose="020B0502040504020204" pitchFamily="34" charset="0"/>
              </a:rPr>
              <a:t>*</a:t>
            </a:r>
            <a:r>
              <a:rPr lang="en-DE" sz="1800" dirty="0" err="1">
                <a:latin typeface="Noto Sans" panose="020B0502040504020204" pitchFamily="34" charset="0"/>
                <a:ea typeface="Noto Sans" panose="020B0502040504020204" pitchFamily="34" charset="0"/>
                <a:cs typeface="Noto Sans" panose="020B0502040504020204" pitchFamily="34" charset="0"/>
              </a:rPr>
              <a:t>Normalisiert</a:t>
            </a:r>
            <a:r>
              <a:rPr lang="en-DE" sz="1800" dirty="0">
                <a:latin typeface="Noto Sans" panose="020B0502040504020204" pitchFamily="34" charset="0"/>
                <a:ea typeface="Noto Sans" panose="020B0502040504020204" pitchFamily="34" charset="0"/>
                <a:cs typeface="Noto Sans" panose="020B0502040504020204" pitchFamily="34" charset="0"/>
              </a:rPr>
              <a:t> </a:t>
            </a:r>
            <a:r>
              <a:rPr lang="en-DE" sz="1800" dirty="0" err="1">
                <a:latin typeface="Noto Sans" panose="020B0502040504020204" pitchFamily="34" charset="0"/>
                <a:ea typeface="Noto Sans" panose="020B0502040504020204" pitchFamily="34" charset="0"/>
                <a:cs typeface="Noto Sans" panose="020B0502040504020204" pitchFamily="34" charset="0"/>
              </a:rPr>
              <a:t>nach</a:t>
            </a:r>
            <a:r>
              <a:rPr lang="en-DE" sz="1800" dirty="0">
                <a:latin typeface="Noto Sans" panose="020B0502040504020204" pitchFamily="34" charset="0"/>
                <a:ea typeface="Noto Sans" panose="020B0502040504020204" pitchFamily="34" charset="0"/>
                <a:cs typeface="Noto Sans" panose="020B0502040504020204" pitchFamily="34" charset="0"/>
              </a:rPr>
              <a:t> </a:t>
            </a:r>
            <a:r>
              <a:rPr lang="en-DE" sz="1800" dirty="0" err="1">
                <a:latin typeface="Noto Sans" panose="020B0502040504020204" pitchFamily="34" charset="0"/>
                <a:ea typeface="Noto Sans" panose="020B0502040504020204" pitchFamily="34" charset="0"/>
                <a:cs typeface="Noto Sans" panose="020B0502040504020204" pitchFamily="34" charset="0"/>
              </a:rPr>
              <a:t>Anzahl</a:t>
            </a:r>
            <a:r>
              <a:rPr lang="en-DE" sz="1800" dirty="0">
                <a:latin typeface="Noto Sans" panose="020B0502040504020204" pitchFamily="34" charset="0"/>
                <a:ea typeface="Noto Sans" panose="020B0502040504020204" pitchFamily="34" charset="0"/>
                <a:cs typeface="Noto Sans" panose="020B0502040504020204" pitchFamily="34" charset="0"/>
              </a:rPr>
              <a:t> der </a:t>
            </a:r>
            <a:r>
              <a:rPr lang="en-DE" sz="1800" dirty="0" err="1">
                <a:latin typeface="Noto Sans" panose="020B0502040504020204" pitchFamily="34" charset="0"/>
                <a:ea typeface="Noto Sans" panose="020B0502040504020204" pitchFamily="34" charset="0"/>
                <a:cs typeface="Noto Sans" panose="020B0502040504020204" pitchFamily="34" charset="0"/>
              </a:rPr>
              <a:t>Sätze</a:t>
            </a:r>
            <a:r>
              <a:rPr lang="en-DE" sz="1800" dirty="0">
                <a:latin typeface="Noto Sans" panose="020B0502040504020204" pitchFamily="34" charset="0"/>
                <a:ea typeface="Noto Sans" panose="020B0502040504020204" pitchFamily="34" charset="0"/>
                <a:cs typeface="Noto Sans" panose="020B0502040504020204" pitchFamily="34" charset="0"/>
              </a:rPr>
              <a:t> der Redner-</a:t>
            </a:r>
            <a:r>
              <a:rPr lang="en-DE" sz="1800" dirty="0" err="1">
                <a:latin typeface="Noto Sans" panose="020B0502040504020204" pitchFamily="34" charset="0"/>
                <a:ea typeface="Noto Sans" panose="020B0502040504020204" pitchFamily="34" charset="0"/>
                <a:cs typeface="Noto Sans" panose="020B0502040504020204" pitchFamily="34" charset="0"/>
              </a:rPr>
              <a:t>Partei</a:t>
            </a:r>
            <a:r>
              <a:rPr lang="en-DE" sz="1800" dirty="0">
                <a:latin typeface="Noto Sans" panose="020B0502040504020204" pitchFamily="34" charset="0"/>
                <a:ea typeface="Noto Sans" panose="020B0502040504020204" pitchFamily="34" charset="0"/>
                <a:cs typeface="Noto Sans" panose="020B0502040504020204" pitchFamily="34" charset="0"/>
              </a:rPr>
              <a:t> </a:t>
            </a:r>
            <a:r>
              <a:rPr lang="en-DE" sz="1800" dirty="0" err="1">
                <a:latin typeface="Noto Sans" panose="020B0502040504020204" pitchFamily="34" charset="0"/>
                <a:ea typeface="Noto Sans" panose="020B0502040504020204" pitchFamily="34" charset="0"/>
                <a:cs typeface="Noto Sans" panose="020B0502040504020204" pitchFamily="34" charset="0"/>
              </a:rPr>
              <a:t>sowie</a:t>
            </a:r>
            <a:r>
              <a:rPr lang="en-DE" sz="1800" dirty="0">
                <a:latin typeface="Noto Sans" panose="020B0502040504020204" pitchFamily="34" charset="0"/>
                <a:ea typeface="Noto Sans" panose="020B0502040504020204" pitchFamily="34" charset="0"/>
                <a:cs typeface="Noto Sans" panose="020B0502040504020204" pitchFamily="34" charset="0"/>
              </a:rPr>
              <a:t> </a:t>
            </a:r>
            <a:r>
              <a:rPr lang="en-DE" sz="1800" dirty="0" err="1">
                <a:latin typeface="Noto Sans" panose="020B0502040504020204" pitchFamily="34" charset="0"/>
                <a:ea typeface="Noto Sans" panose="020B0502040504020204" pitchFamily="34" charset="0"/>
                <a:cs typeface="Noto Sans" panose="020B0502040504020204" pitchFamily="34" charset="0"/>
              </a:rPr>
              <a:t>Sitzen</a:t>
            </a:r>
            <a:r>
              <a:rPr lang="en-DE" sz="1800" dirty="0">
                <a:latin typeface="Noto Sans" panose="020B0502040504020204" pitchFamily="34" charset="0"/>
                <a:ea typeface="Noto Sans" panose="020B0502040504020204" pitchFamily="34" charset="0"/>
                <a:cs typeface="Noto Sans" panose="020B0502040504020204" pitchFamily="34" charset="0"/>
              </a:rPr>
              <a:t> der </a:t>
            </a:r>
            <a:r>
              <a:rPr lang="en-DE" sz="1800" dirty="0" err="1">
                <a:latin typeface="Noto Sans" panose="020B0502040504020204" pitchFamily="34" charset="0"/>
                <a:ea typeface="Noto Sans" panose="020B0502040504020204" pitchFamily="34" charset="0"/>
                <a:cs typeface="Noto Sans" panose="020B0502040504020204" pitchFamily="34" charset="0"/>
              </a:rPr>
              <a:t>Zwischenruf-Partei</a:t>
            </a:r>
            <a:endParaRPr lang="en-US" sz="1800" b="1" dirty="0">
              <a:latin typeface="Noto Sans" panose="020B0502040504020204" pitchFamily="34" charset="0"/>
              <a:ea typeface="Noto Sans" panose="020B0502040504020204" pitchFamily="34" charset="0"/>
              <a:cs typeface="Noto Sans" panose="020B0502040504020204" pitchFamily="34" charset="0"/>
            </a:endParaRPr>
          </a:p>
        </p:txBody>
      </p:sp>
      <p:pic>
        <p:nvPicPr>
          <p:cNvPr id="4" name="Grafik 3" descr="Ein Bild, das Text, Screenshot, Diagramm, Quadrat enthält.&#10;&#10;Automatisch generierte Beschreibung">
            <a:extLst>
              <a:ext uri="{FF2B5EF4-FFF2-40B4-BE49-F238E27FC236}">
                <a16:creationId xmlns:a16="http://schemas.microsoft.com/office/drawing/2014/main" id="{FDBC192C-3E8A-5D2E-9B10-97A0AB5F7E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615" y="707282"/>
            <a:ext cx="8689841" cy="6517381"/>
          </a:xfrm>
          <a:prstGeom prst="rect">
            <a:avLst/>
          </a:prstGeom>
        </p:spPr>
      </p:pic>
    </p:spTree>
    <p:extLst>
      <p:ext uri="{BB962C8B-B14F-4D97-AF65-F5344CB8AC3E}">
        <p14:creationId xmlns:p14="http://schemas.microsoft.com/office/powerpoint/2010/main" val="2006792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4522B7F-14E0-9263-4623-180A45F12EE8}"/>
              </a:ext>
            </a:extLst>
          </p:cNvPr>
          <p:cNvSpPr>
            <a:spLocks noGrp="1"/>
          </p:cNvSpPr>
          <p:nvPr>
            <p:ph type="sldNum" sz="quarter" idx="11"/>
          </p:nvPr>
        </p:nvSpPr>
        <p:spPr/>
        <p:txBody>
          <a:bodyPr/>
          <a:lstStyle/>
          <a:p>
            <a:fld id="{13FEB9C3-1FF9-4F1A-B0DB-7E320F93F669}" type="slidenum">
              <a:rPr lang="de-DE" smtClean="0"/>
              <a:pPr/>
              <a:t>12</a:t>
            </a:fld>
            <a:endParaRPr lang="de-DE" dirty="0"/>
          </a:p>
        </p:txBody>
      </p:sp>
      <p:sp>
        <p:nvSpPr>
          <p:cNvPr id="5" name="Fußzeilenplatzhalter 4">
            <a:extLst>
              <a:ext uri="{FF2B5EF4-FFF2-40B4-BE49-F238E27FC236}">
                <a16:creationId xmlns:a16="http://schemas.microsoft.com/office/drawing/2014/main" id="{8DE7DB68-ADA7-233B-253E-42E1150B6B33}"/>
              </a:ext>
            </a:extLst>
          </p:cNvPr>
          <p:cNvSpPr>
            <a:spLocks noGrp="1"/>
          </p:cNvSpPr>
          <p:nvPr>
            <p:ph type="ftr" sz="quarter" idx="13"/>
          </p:nvPr>
        </p:nvSpPr>
        <p:spPr/>
        <p:txBody>
          <a:bodyPr/>
          <a:lstStyle/>
          <a:p>
            <a:r>
              <a:rPr lang="de-DE"/>
              <a:t>www.th-nuernberg.de</a:t>
            </a:r>
            <a:endParaRPr lang="de-DE" dirty="0"/>
          </a:p>
        </p:txBody>
      </p:sp>
      <p:sp>
        <p:nvSpPr>
          <p:cNvPr id="8" name="Titel 1">
            <a:extLst>
              <a:ext uri="{FF2B5EF4-FFF2-40B4-BE49-F238E27FC236}">
                <a16:creationId xmlns:a16="http://schemas.microsoft.com/office/drawing/2014/main" id="{FDB6073C-D9E0-8C02-602A-B779399B2703}"/>
              </a:ext>
            </a:extLst>
          </p:cNvPr>
          <p:cNvSpPr txBox="1">
            <a:spLocks/>
          </p:cNvSpPr>
          <p:nvPr/>
        </p:nvSpPr>
        <p:spPr>
          <a:xfrm>
            <a:off x="182200" y="671186"/>
            <a:ext cx="11471638" cy="529343"/>
          </a:xfrm>
          <a:prstGeom prst="rect">
            <a:avLst/>
          </a:prstGeom>
        </p:spPr>
        <p:txBody>
          <a:bodyPr/>
          <a:lstStyle>
            <a:lvl1pPr algn="l" defTabSz="914400" rtl="0" eaLnBrk="1" latinLnBrk="0" hangingPunct="1">
              <a:lnSpc>
                <a:spcPts val="4300"/>
              </a:lnSpc>
              <a:spcBef>
                <a:spcPct val="0"/>
              </a:spcBef>
              <a:buNone/>
              <a:defRPr sz="4200" kern="1200">
                <a:solidFill>
                  <a:schemeClr val="accent1"/>
                </a:solidFill>
                <a:latin typeface="+mj-lt"/>
                <a:ea typeface="+mj-ea"/>
                <a:cs typeface="+mj-cs"/>
              </a:defRPr>
            </a:lvl1pPr>
          </a:lstStyle>
          <a:p>
            <a:r>
              <a:rPr lang="en-DE" dirty="0"/>
              <a:t>Mehr Plots? </a:t>
            </a:r>
            <a:r>
              <a:rPr lang="en-DE" dirty="0" err="1"/>
              <a:t>Selbst</a:t>
            </a:r>
            <a:r>
              <a:rPr lang="en-DE" dirty="0"/>
              <a:t> </a:t>
            </a:r>
            <a:r>
              <a:rPr lang="en-DE" dirty="0" err="1"/>
              <a:t>ausprobieren</a:t>
            </a:r>
            <a:r>
              <a:rPr lang="en-DE" dirty="0"/>
              <a:t>!</a:t>
            </a:r>
            <a:endParaRPr lang="de-DE" dirty="0"/>
          </a:p>
        </p:txBody>
      </p:sp>
      <p:sp>
        <p:nvSpPr>
          <p:cNvPr id="4" name="Textfeld 3">
            <a:extLst>
              <a:ext uri="{FF2B5EF4-FFF2-40B4-BE49-F238E27FC236}">
                <a16:creationId xmlns:a16="http://schemas.microsoft.com/office/drawing/2014/main" id="{5FBF6144-754D-6E9F-0CDE-A5F53BB49762}"/>
              </a:ext>
            </a:extLst>
          </p:cNvPr>
          <p:cNvSpPr txBox="1"/>
          <p:nvPr/>
        </p:nvSpPr>
        <p:spPr>
          <a:xfrm>
            <a:off x="2225298" y="5986046"/>
            <a:ext cx="8026400" cy="461665"/>
          </a:xfrm>
          <a:prstGeom prst="rect">
            <a:avLst/>
          </a:prstGeom>
          <a:noFill/>
        </p:spPr>
        <p:txBody>
          <a:bodyPr wrap="square">
            <a:spAutoFit/>
          </a:bodyPr>
          <a:lstStyle/>
          <a:p>
            <a:r>
              <a:rPr lang="de-DE" sz="2400" b="1" dirty="0"/>
              <a:t>https://huggingface.co/spaces/stellamo/bundestag_stats</a:t>
            </a:r>
          </a:p>
        </p:txBody>
      </p:sp>
      <p:pic>
        <p:nvPicPr>
          <p:cNvPr id="6" name="Grafik 5">
            <a:extLst>
              <a:ext uri="{FF2B5EF4-FFF2-40B4-BE49-F238E27FC236}">
                <a16:creationId xmlns:a16="http://schemas.microsoft.com/office/drawing/2014/main" id="{CB0AA26D-1630-920E-BF82-9EAAB792DBE3}"/>
              </a:ext>
            </a:extLst>
          </p:cNvPr>
          <p:cNvPicPr>
            <a:picLocks noChangeAspect="1"/>
          </p:cNvPicPr>
          <p:nvPr/>
        </p:nvPicPr>
        <p:blipFill>
          <a:blip r:embed="rId2"/>
          <a:stretch>
            <a:fillRect/>
          </a:stretch>
        </p:blipFill>
        <p:spPr>
          <a:xfrm>
            <a:off x="1121900" y="1286342"/>
            <a:ext cx="9000000" cy="4613891"/>
          </a:xfrm>
          <a:prstGeom prst="rect">
            <a:avLst/>
          </a:prstGeom>
        </p:spPr>
      </p:pic>
    </p:spTree>
    <p:extLst>
      <p:ext uri="{BB962C8B-B14F-4D97-AF65-F5344CB8AC3E}">
        <p14:creationId xmlns:p14="http://schemas.microsoft.com/office/powerpoint/2010/main" val="556085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7C570A-9F45-36B3-883C-B14F55EE920E}"/>
              </a:ext>
            </a:extLst>
          </p:cNvPr>
          <p:cNvSpPr>
            <a:spLocks noGrp="1"/>
          </p:cNvSpPr>
          <p:nvPr>
            <p:ph type="title"/>
          </p:nvPr>
        </p:nvSpPr>
        <p:spPr/>
        <p:txBody>
          <a:bodyPr/>
          <a:lstStyle/>
          <a:p>
            <a:r>
              <a:rPr lang="en-DE" dirty="0"/>
              <a:t>Sentiment Analyse</a:t>
            </a:r>
            <a:br>
              <a:rPr lang="en-DE" dirty="0"/>
            </a:br>
            <a:r>
              <a:rPr lang="en-DE" dirty="0" err="1"/>
              <a:t>Zwischenrufe</a:t>
            </a:r>
            <a:endParaRPr lang="de-DE" dirty="0"/>
          </a:p>
        </p:txBody>
      </p:sp>
      <p:sp>
        <p:nvSpPr>
          <p:cNvPr id="4" name="Fußzeilenplatzhalter 3">
            <a:extLst>
              <a:ext uri="{FF2B5EF4-FFF2-40B4-BE49-F238E27FC236}">
                <a16:creationId xmlns:a16="http://schemas.microsoft.com/office/drawing/2014/main" id="{22C0F230-BEED-C1F1-16BD-0A4FD8CE2593}"/>
              </a:ext>
            </a:extLst>
          </p:cNvPr>
          <p:cNvSpPr>
            <a:spLocks noGrp="1"/>
          </p:cNvSpPr>
          <p:nvPr>
            <p:ph type="ftr" sz="quarter" idx="10"/>
          </p:nvPr>
        </p:nvSpPr>
        <p:spPr/>
        <p:txBody>
          <a:bodyPr/>
          <a:lstStyle/>
          <a:p>
            <a:r>
              <a:rPr lang="de-DE"/>
              <a:t>www.th-nuernberg.de</a:t>
            </a:r>
            <a:endParaRPr lang="de-DE" dirty="0"/>
          </a:p>
        </p:txBody>
      </p:sp>
      <p:sp>
        <p:nvSpPr>
          <p:cNvPr id="5" name="Foliennummernplatzhalter 4">
            <a:extLst>
              <a:ext uri="{FF2B5EF4-FFF2-40B4-BE49-F238E27FC236}">
                <a16:creationId xmlns:a16="http://schemas.microsoft.com/office/drawing/2014/main" id="{354AF5F3-6B5A-38D8-AE31-C73437F5B7BA}"/>
              </a:ext>
            </a:extLst>
          </p:cNvPr>
          <p:cNvSpPr>
            <a:spLocks noGrp="1"/>
          </p:cNvSpPr>
          <p:nvPr>
            <p:ph type="sldNum" sz="quarter" idx="11"/>
          </p:nvPr>
        </p:nvSpPr>
        <p:spPr/>
        <p:txBody>
          <a:bodyPr/>
          <a:lstStyle/>
          <a:p>
            <a:fld id="{13FEB9C3-1FF9-4F1A-B0DB-7E320F93F669}" type="slidenum">
              <a:rPr lang="de-DE" smtClean="0"/>
              <a:pPr/>
              <a:t>13</a:t>
            </a:fld>
            <a:endParaRPr lang="de-DE"/>
          </a:p>
        </p:txBody>
      </p:sp>
    </p:spTree>
    <p:extLst>
      <p:ext uri="{BB962C8B-B14F-4D97-AF65-F5344CB8AC3E}">
        <p14:creationId xmlns:p14="http://schemas.microsoft.com/office/powerpoint/2010/main" val="2896049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Rounded Corners 26">
            <a:extLst>
              <a:ext uri="{FF2B5EF4-FFF2-40B4-BE49-F238E27FC236}">
                <a16:creationId xmlns:a16="http://schemas.microsoft.com/office/drawing/2014/main" id="{33162460-D1B8-121C-2D8F-FA5F48CED261}"/>
              </a:ext>
            </a:extLst>
          </p:cNvPr>
          <p:cNvSpPr/>
          <p:nvPr/>
        </p:nvSpPr>
        <p:spPr>
          <a:xfrm>
            <a:off x="222848" y="4312939"/>
            <a:ext cx="3942752" cy="593492"/>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Rounded Corners 26">
            <a:extLst>
              <a:ext uri="{FF2B5EF4-FFF2-40B4-BE49-F238E27FC236}">
                <a16:creationId xmlns:a16="http://schemas.microsoft.com/office/drawing/2014/main" id="{0BB58549-5EB7-D13C-7A14-BFF073778343}"/>
              </a:ext>
            </a:extLst>
          </p:cNvPr>
          <p:cNvSpPr/>
          <p:nvPr/>
        </p:nvSpPr>
        <p:spPr>
          <a:xfrm>
            <a:off x="258359" y="3306458"/>
            <a:ext cx="3883527" cy="593492"/>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26">
            <a:extLst>
              <a:ext uri="{FF2B5EF4-FFF2-40B4-BE49-F238E27FC236}">
                <a16:creationId xmlns:a16="http://schemas.microsoft.com/office/drawing/2014/main" id="{A58F3271-9F48-5A78-9024-93D458AB76AA}"/>
              </a:ext>
            </a:extLst>
          </p:cNvPr>
          <p:cNvSpPr/>
          <p:nvPr/>
        </p:nvSpPr>
        <p:spPr>
          <a:xfrm>
            <a:off x="258359" y="2392055"/>
            <a:ext cx="5032465" cy="625592"/>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9B26702-FD1D-E031-C707-B5BBDFF02678}"/>
              </a:ext>
            </a:extLst>
          </p:cNvPr>
          <p:cNvSpPr>
            <a:spLocks noGrp="1"/>
          </p:cNvSpPr>
          <p:nvPr>
            <p:ph type="title"/>
          </p:nvPr>
        </p:nvSpPr>
        <p:spPr/>
        <p:txBody>
          <a:bodyPr/>
          <a:lstStyle/>
          <a:p>
            <a:r>
              <a:rPr lang="en-DE" dirty="0" err="1"/>
              <a:t>Selbst</a:t>
            </a:r>
            <a:r>
              <a:rPr lang="en-DE" dirty="0"/>
              <a:t> </a:t>
            </a:r>
            <a:r>
              <a:rPr lang="en-DE" dirty="0" err="1"/>
              <a:t>labeln</a:t>
            </a:r>
            <a:r>
              <a:rPr lang="en-DE" dirty="0"/>
              <a:t>. Aber </a:t>
            </a:r>
            <a:r>
              <a:rPr lang="en-DE" dirty="0" err="1"/>
              <a:t>wie</a:t>
            </a:r>
            <a:r>
              <a:rPr lang="en-DE" dirty="0"/>
              <a:t>?</a:t>
            </a:r>
            <a:endParaRPr lang="de-DE" dirty="0"/>
          </a:p>
        </p:txBody>
      </p:sp>
      <p:sp>
        <p:nvSpPr>
          <p:cNvPr id="4" name="Fußzeilenplatzhalter 3">
            <a:extLst>
              <a:ext uri="{FF2B5EF4-FFF2-40B4-BE49-F238E27FC236}">
                <a16:creationId xmlns:a16="http://schemas.microsoft.com/office/drawing/2014/main" id="{DF486D8B-95EA-1F19-12B3-B940A25FA83E}"/>
              </a:ext>
            </a:extLst>
          </p:cNvPr>
          <p:cNvSpPr>
            <a:spLocks noGrp="1"/>
          </p:cNvSpPr>
          <p:nvPr>
            <p:ph type="ftr" sz="quarter" idx="10"/>
          </p:nvPr>
        </p:nvSpPr>
        <p:spPr>
          <a:xfrm>
            <a:off x="359999" y="6367053"/>
            <a:ext cx="9000000" cy="136460"/>
          </a:xfrm>
        </p:spPr>
        <p:txBody>
          <a:bodyPr/>
          <a:lstStyle/>
          <a:p>
            <a:r>
              <a:rPr lang="de-DE" dirty="0"/>
              <a:t>www.th-nuernberg.de</a:t>
            </a:r>
          </a:p>
        </p:txBody>
      </p:sp>
      <p:sp>
        <p:nvSpPr>
          <p:cNvPr id="5" name="Foliennummernplatzhalter 4">
            <a:extLst>
              <a:ext uri="{FF2B5EF4-FFF2-40B4-BE49-F238E27FC236}">
                <a16:creationId xmlns:a16="http://schemas.microsoft.com/office/drawing/2014/main" id="{42D5E9EF-8E14-C2D0-E2F7-313A0B0DA1C0}"/>
              </a:ext>
            </a:extLst>
          </p:cNvPr>
          <p:cNvSpPr>
            <a:spLocks noGrp="1"/>
          </p:cNvSpPr>
          <p:nvPr>
            <p:ph type="sldNum" sz="quarter" idx="11"/>
          </p:nvPr>
        </p:nvSpPr>
        <p:spPr>
          <a:xfrm>
            <a:off x="11143396" y="6743466"/>
            <a:ext cx="688241" cy="140470"/>
          </a:xfrm>
        </p:spPr>
        <p:txBody>
          <a:bodyPr/>
          <a:lstStyle/>
          <a:p>
            <a:fld id="{13FEB9C3-1FF9-4F1A-B0DB-7E320F93F669}" type="slidenum">
              <a:rPr lang="de-DE" smtClean="0"/>
              <a:pPr/>
              <a:t>14</a:t>
            </a:fld>
            <a:endParaRPr lang="de-DE" dirty="0"/>
          </a:p>
        </p:txBody>
      </p:sp>
      <p:sp>
        <p:nvSpPr>
          <p:cNvPr id="7" name="Title 1">
            <a:extLst>
              <a:ext uri="{FF2B5EF4-FFF2-40B4-BE49-F238E27FC236}">
                <a16:creationId xmlns:a16="http://schemas.microsoft.com/office/drawing/2014/main" id="{4917052C-B3E9-1B16-A804-F149E4B91ACA}"/>
              </a:ext>
            </a:extLst>
          </p:cNvPr>
          <p:cNvSpPr txBox="1">
            <a:spLocks/>
          </p:cNvSpPr>
          <p:nvPr/>
        </p:nvSpPr>
        <p:spPr>
          <a:xfrm>
            <a:off x="222848" y="2439417"/>
            <a:ext cx="5032464" cy="625592"/>
          </a:xfrm>
          <a:prstGeom prst="rect">
            <a:avLst/>
          </a:prstGeom>
        </p:spPr>
        <p:txBody>
          <a:bodyPr vert="horz" lIns="91440" tIns="45720" rIns="91440" bIns="45720" rtlCol="0" anchor="ct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3200" dirty="0">
                <a:latin typeface="Noto Sans" panose="020B0502040504020204" pitchFamily="34" charset="0"/>
                <a:ea typeface="Noto Sans" panose="020B0502040504020204" pitchFamily="34" charset="0"/>
                <a:cs typeface="Noto Sans" panose="020B0502040504020204" pitchFamily="34" charset="0"/>
              </a:rPr>
              <a:t>“</a:t>
            </a:r>
            <a:r>
              <a:rPr lang="de-DE" sz="3200" dirty="0">
                <a:latin typeface="Noto Sans" panose="020B0502040504020204" pitchFamily="34" charset="0"/>
                <a:ea typeface="Noto Sans" panose="020B0502040504020204" pitchFamily="34" charset="0"/>
                <a:cs typeface="Noto Sans" panose="020B0502040504020204" pitchFamily="34" charset="0"/>
              </a:rPr>
              <a:t>Es war so eine schöne Rede!</a:t>
            </a:r>
            <a:r>
              <a:rPr lang="en-DE" sz="3200" dirty="0">
                <a:latin typeface="Noto Sans" panose="020B0502040504020204" pitchFamily="34" charset="0"/>
                <a:ea typeface="Noto Sans" panose="020B0502040504020204" pitchFamily="34" charset="0"/>
                <a:cs typeface="Noto Sans" panose="020B0502040504020204" pitchFamily="34" charset="0"/>
              </a:rPr>
              <a:t>”</a:t>
            </a:r>
            <a:r>
              <a:rPr lang="de-DE" sz="3200" dirty="0">
                <a:latin typeface="Noto Sans" panose="020B0502040504020204" pitchFamily="34" charset="0"/>
                <a:ea typeface="Noto Sans" panose="020B0502040504020204" pitchFamily="34" charset="0"/>
                <a:cs typeface="Noto Sans" panose="020B0502040504020204" pitchFamily="34" charset="0"/>
              </a:rPr>
              <a:t> </a:t>
            </a:r>
            <a:endParaRPr lang="en-US" sz="3200" dirty="0">
              <a:latin typeface="Noto Sans" panose="020B0502040504020204" pitchFamily="34" charset="0"/>
              <a:ea typeface="Noto Sans" panose="020B0502040504020204" pitchFamily="34" charset="0"/>
              <a:cs typeface="Noto Sans" panose="020B0502040504020204" pitchFamily="34" charset="0"/>
            </a:endParaRPr>
          </a:p>
        </p:txBody>
      </p:sp>
      <p:sp>
        <p:nvSpPr>
          <p:cNvPr id="17" name="Textfeld 16">
            <a:extLst>
              <a:ext uri="{FF2B5EF4-FFF2-40B4-BE49-F238E27FC236}">
                <a16:creationId xmlns:a16="http://schemas.microsoft.com/office/drawing/2014/main" id="{BA53AE57-B9AE-131C-9D42-AB9417E80C06}"/>
              </a:ext>
            </a:extLst>
          </p:cNvPr>
          <p:cNvSpPr txBox="1"/>
          <p:nvPr/>
        </p:nvSpPr>
        <p:spPr>
          <a:xfrm>
            <a:off x="328123" y="3445810"/>
            <a:ext cx="3883527" cy="418448"/>
          </a:xfrm>
          <a:prstGeom prst="rect">
            <a:avLst/>
          </a:prstGeom>
          <a:noFill/>
        </p:spPr>
        <p:txBody>
          <a:bodyPr wrap="square">
            <a:spAutoFit/>
          </a:bodyPr>
          <a:lstStyle/>
          <a:p>
            <a:pPr>
              <a:lnSpc>
                <a:spcPct val="80000"/>
              </a:lnSpc>
              <a:spcBef>
                <a:spcPct val="0"/>
              </a:spcBef>
            </a:pPr>
            <a:r>
              <a:rPr lang="en-DE" sz="2600" dirty="0">
                <a:latin typeface="Noto Sans" panose="020B0502040504020204" pitchFamily="34" charset="0"/>
                <a:ea typeface="Noto Sans" panose="020B0502040504020204" pitchFamily="34" charset="0"/>
                <a:cs typeface="Noto Sans" panose="020B0502040504020204" pitchFamily="34" charset="0"/>
              </a:rPr>
              <a:t>“</a:t>
            </a:r>
            <a:r>
              <a:rPr lang="de-DE" sz="2600" dirty="0">
                <a:latin typeface="Noto Sans" panose="020B0502040504020204" pitchFamily="34" charset="0"/>
                <a:ea typeface="Noto Sans" panose="020B0502040504020204" pitchFamily="34" charset="0"/>
                <a:cs typeface="Noto Sans" panose="020B0502040504020204" pitchFamily="34" charset="0"/>
              </a:rPr>
              <a:t>Das ist doch positiv!</a:t>
            </a:r>
            <a:r>
              <a:rPr lang="en-DE" sz="2600" dirty="0">
                <a:latin typeface="Noto Sans" panose="020B0502040504020204" pitchFamily="34" charset="0"/>
                <a:ea typeface="Noto Sans" panose="020B0502040504020204" pitchFamily="34" charset="0"/>
                <a:cs typeface="Noto Sans" panose="020B0502040504020204" pitchFamily="34" charset="0"/>
              </a:rPr>
              <a:t>“</a:t>
            </a:r>
            <a:endParaRPr lang="de-DE" sz="2600" dirty="0">
              <a:latin typeface="Noto Sans" panose="020B0502040504020204" pitchFamily="34" charset="0"/>
              <a:ea typeface="Noto Sans" panose="020B0502040504020204" pitchFamily="34" charset="0"/>
              <a:cs typeface="Noto Sans" panose="020B0502040504020204" pitchFamily="34" charset="0"/>
            </a:endParaRPr>
          </a:p>
        </p:txBody>
      </p:sp>
      <p:sp>
        <p:nvSpPr>
          <p:cNvPr id="11" name="Rectangle: Rounded Corners 26">
            <a:extLst>
              <a:ext uri="{FF2B5EF4-FFF2-40B4-BE49-F238E27FC236}">
                <a16:creationId xmlns:a16="http://schemas.microsoft.com/office/drawing/2014/main" id="{D72180BE-06E5-2E72-555A-559DFB372917}"/>
              </a:ext>
            </a:extLst>
          </p:cNvPr>
          <p:cNvSpPr/>
          <p:nvPr/>
        </p:nvSpPr>
        <p:spPr>
          <a:xfrm>
            <a:off x="6204615" y="993513"/>
            <a:ext cx="5032465" cy="4931602"/>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fik 8" descr="Fragen mit einfarbiger Füllung">
            <a:extLst>
              <a:ext uri="{FF2B5EF4-FFF2-40B4-BE49-F238E27FC236}">
                <a16:creationId xmlns:a16="http://schemas.microsoft.com/office/drawing/2014/main" id="{57C31C64-0AC4-4DC1-9360-6C78497EE7D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47996" y="1124390"/>
            <a:ext cx="2234891" cy="2234891"/>
          </a:xfrm>
          <a:prstGeom prst="rect">
            <a:avLst/>
          </a:prstGeom>
        </p:spPr>
      </p:pic>
      <p:sp>
        <p:nvSpPr>
          <p:cNvPr id="12" name="Title 1">
            <a:extLst>
              <a:ext uri="{FF2B5EF4-FFF2-40B4-BE49-F238E27FC236}">
                <a16:creationId xmlns:a16="http://schemas.microsoft.com/office/drawing/2014/main" id="{8D3E8BA4-24CE-37AC-7DB3-299AC1FB11DA}"/>
              </a:ext>
            </a:extLst>
          </p:cNvPr>
          <p:cNvSpPr txBox="1">
            <a:spLocks/>
          </p:cNvSpPr>
          <p:nvPr/>
        </p:nvSpPr>
        <p:spPr>
          <a:xfrm>
            <a:off x="6868063" y="2905068"/>
            <a:ext cx="3784127" cy="3133049"/>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5400" b="1" dirty="0" err="1">
                <a:latin typeface="Noto Sans" panose="020B0502040504020204" pitchFamily="34" charset="0"/>
                <a:ea typeface="Noto Sans" panose="020B0502040504020204" pitchFamily="34" charset="0"/>
                <a:cs typeface="Noto Sans" panose="020B0502040504020204" pitchFamily="34" charset="0"/>
              </a:rPr>
              <a:t>Positiv</a:t>
            </a:r>
            <a:r>
              <a:rPr lang="en-DE" sz="5400" b="1" dirty="0">
                <a:latin typeface="Noto Sans" panose="020B0502040504020204" pitchFamily="34" charset="0"/>
                <a:ea typeface="Noto Sans" panose="020B0502040504020204" pitchFamily="34" charset="0"/>
                <a:cs typeface="Noto Sans" panose="020B0502040504020204" pitchFamily="34" charset="0"/>
              </a:rPr>
              <a:t>? </a:t>
            </a:r>
          </a:p>
          <a:p>
            <a:pPr algn="ctr"/>
            <a:r>
              <a:rPr lang="en-DE" sz="5400" b="1" dirty="0" err="1">
                <a:latin typeface="Noto Sans" panose="020B0502040504020204" pitchFamily="34" charset="0"/>
                <a:ea typeface="Noto Sans" panose="020B0502040504020204" pitchFamily="34" charset="0"/>
                <a:cs typeface="Noto Sans" panose="020B0502040504020204" pitchFamily="34" charset="0"/>
              </a:rPr>
              <a:t>Negativ</a:t>
            </a:r>
            <a:r>
              <a:rPr lang="en-DE" sz="5400" b="1" dirty="0">
                <a:latin typeface="Noto Sans" panose="020B0502040504020204" pitchFamily="34" charset="0"/>
                <a:ea typeface="Noto Sans" panose="020B0502040504020204" pitchFamily="34" charset="0"/>
                <a:cs typeface="Noto Sans" panose="020B0502040504020204" pitchFamily="34" charset="0"/>
              </a:rPr>
              <a:t>?</a:t>
            </a:r>
            <a:br>
              <a:rPr lang="en-DE" sz="5400" b="1" dirty="0">
                <a:latin typeface="Noto Sans" panose="020B0502040504020204" pitchFamily="34" charset="0"/>
                <a:ea typeface="Noto Sans" panose="020B0502040504020204" pitchFamily="34" charset="0"/>
                <a:cs typeface="Noto Sans" panose="020B0502040504020204" pitchFamily="34" charset="0"/>
              </a:rPr>
            </a:br>
            <a:r>
              <a:rPr lang="en-DE" sz="5400" b="1" dirty="0">
                <a:latin typeface="Noto Sans" panose="020B0502040504020204" pitchFamily="34" charset="0"/>
                <a:ea typeface="Noto Sans" panose="020B0502040504020204" pitchFamily="34" charset="0"/>
                <a:cs typeface="Noto Sans" panose="020B0502040504020204" pitchFamily="34" charset="0"/>
              </a:rPr>
              <a:t>Neutral?</a:t>
            </a:r>
            <a:endParaRPr lang="en-US" sz="5400" b="1" dirty="0">
              <a:latin typeface="Noto Sans" panose="020B0502040504020204" pitchFamily="34" charset="0"/>
              <a:ea typeface="Noto Sans" panose="020B0502040504020204" pitchFamily="34" charset="0"/>
              <a:cs typeface="Noto Sans" panose="020B0502040504020204" pitchFamily="34" charset="0"/>
            </a:endParaRPr>
          </a:p>
        </p:txBody>
      </p:sp>
      <p:sp>
        <p:nvSpPr>
          <p:cNvPr id="16" name="Foliennummernplatzhalter 1">
            <a:extLst>
              <a:ext uri="{FF2B5EF4-FFF2-40B4-BE49-F238E27FC236}">
                <a16:creationId xmlns:a16="http://schemas.microsoft.com/office/drawing/2014/main" id="{09D8FB3A-6536-0DC9-0373-CB429D33A5E2}"/>
              </a:ext>
            </a:extLst>
          </p:cNvPr>
          <p:cNvSpPr txBox="1">
            <a:spLocks/>
          </p:cNvSpPr>
          <p:nvPr/>
        </p:nvSpPr>
        <p:spPr>
          <a:xfrm>
            <a:off x="11143396" y="6379481"/>
            <a:ext cx="688241" cy="140470"/>
          </a:xfrm>
          <a:prstGeom prst="rect">
            <a:avLst/>
          </a:prstGeom>
        </p:spPr>
        <p:txBody>
          <a:bodyPr vert="horz" lIns="0" tIns="0" rIns="0" bIns="0" rtlCol="0" anchor="b">
            <a:noAutofit/>
          </a:bodyPr>
          <a:lstStyle>
            <a:defPPr>
              <a:defRPr lang="de-DE"/>
            </a:defPPr>
            <a:lvl1pPr marL="0" algn="r" defTabSz="914400" rtl="0" eaLnBrk="1" latinLnBrk="0" hangingPunct="1">
              <a:defRPr sz="900" kern="1200">
                <a:solidFill>
                  <a:schemeClr val="accent1"/>
                </a:solidFill>
                <a:latin typeface="Public Sans Medium"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3FEB9C3-1FF9-4F1A-B0DB-7E320F93F669}" type="slidenum">
              <a:rPr lang="de-DE" smtClean="0"/>
              <a:pPr/>
              <a:t>14</a:t>
            </a:fld>
            <a:endParaRPr lang="de-DE" dirty="0"/>
          </a:p>
        </p:txBody>
      </p:sp>
      <p:sp>
        <p:nvSpPr>
          <p:cNvPr id="19" name="Textfeld 18">
            <a:extLst>
              <a:ext uri="{FF2B5EF4-FFF2-40B4-BE49-F238E27FC236}">
                <a16:creationId xmlns:a16="http://schemas.microsoft.com/office/drawing/2014/main" id="{054187AE-2B45-17C4-54EF-920CFDC4F2A5}"/>
              </a:ext>
            </a:extLst>
          </p:cNvPr>
          <p:cNvSpPr txBox="1"/>
          <p:nvPr/>
        </p:nvSpPr>
        <p:spPr>
          <a:xfrm>
            <a:off x="328122" y="4421037"/>
            <a:ext cx="3883527" cy="418448"/>
          </a:xfrm>
          <a:prstGeom prst="rect">
            <a:avLst/>
          </a:prstGeom>
          <a:noFill/>
        </p:spPr>
        <p:txBody>
          <a:bodyPr wrap="square">
            <a:spAutoFit/>
          </a:bodyPr>
          <a:lstStyle/>
          <a:p>
            <a:pPr>
              <a:lnSpc>
                <a:spcPct val="80000"/>
              </a:lnSpc>
              <a:spcBef>
                <a:spcPct val="0"/>
              </a:spcBef>
            </a:pPr>
            <a:r>
              <a:rPr lang="en-DE" sz="2600" dirty="0">
                <a:latin typeface="Noto Sans" panose="020B0502040504020204" pitchFamily="34" charset="0"/>
                <a:ea typeface="Noto Sans" panose="020B0502040504020204" pitchFamily="34" charset="0"/>
                <a:cs typeface="Noto Sans" panose="020B0502040504020204" pitchFamily="34" charset="0"/>
              </a:rPr>
              <a:t>“</a:t>
            </a:r>
            <a:r>
              <a:rPr lang="de-DE" sz="2600" dirty="0">
                <a:latin typeface="Noto Sans" panose="020B0502040504020204" pitchFamily="34" charset="0"/>
                <a:ea typeface="Noto Sans" panose="020B0502040504020204" pitchFamily="34" charset="0"/>
                <a:cs typeface="Noto Sans" panose="020B0502040504020204" pitchFamily="34" charset="0"/>
              </a:rPr>
              <a:t>Vier Tage Anhörung!</a:t>
            </a:r>
            <a:r>
              <a:rPr lang="en-DE" sz="2600" dirty="0">
                <a:latin typeface="Noto Sans" panose="020B0502040504020204" pitchFamily="34" charset="0"/>
                <a:ea typeface="Noto Sans" panose="020B0502040504020204" pitchFamily="34" charset="0"/>
                <a:cs typeface="Noto Sans" panose="020B0502040504020204" pitchFamily="34" charset="0"/>
              </a:rPr>
              <a:t>”</a:t>
            </a:r>
            <a:endParaRPr lang="de-DE" sz="2600"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962263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B26702-FD1D-E031-C707-B5BBDFF02678}"/>
              </a:ext>
            </a:extLst>
          </p:cNvPr>
          <p:cNvSpPr>
            <a:spLocks noGrp="1"/>
          </p:cNvSpPr>
          <p:nvPr>
            <p:ph type="title"/>
          </p:nvPr>
        </p:nvSpPr>
        <p:spPr>
          <a:xfrm>
            <a:off x="360180" y="900437"/>
            <a:ext cx="11471638" cy="529343"/>
          </a:xfrm>
        </p:spPr>
        <p:txBody>
          <a:bodyPr/>
          <a:lstStyle/>
          <a:p>
            <a:r>
              <a:rPr lang="en-DE" dirty="0"/>
              <a:t>Sind alle </a:t>
            </a:r>
            <a:r>
              <a:rPr lang="en-DE" dirty="0" err="1"/>
              <a:t>Zwischenrufe</a:t>
            </a:r>
            <a:r>
              <a:rPr lang="en-DE" dirty="0"/>
              <a:t> </a:t>
            </a:r>
            <a:r>
              <a:rPr lang="en-DE" dirty="0" err="1"/>
              <a:t>negativ</a:t>
            </a:r>
            <a:r>
              <a:rPr lang="en-DE" dirty="0"/>
              <a:t>?</a:t>
            </a:r>
            <a:endParaRPr lang="de-DE" dirty="0"/>
          </a:p>
        </p:txBody>
      </p:sp>
      <p:sp>
        <p:nvSpPr>
          <p:cNvPr id="4" name="Fußzeilenplatzhalter 3">
            <a:extLst>
              <a:ext uri="{FF2B5EF4-FFF2-40B4-BE49-F238E27FC236}">
                <a16:creationId xmlns:a16="http://schemas.microsoft.com/office/drawing/2014/main" id="{DF486D8B-95EA-1F19-12B3-B940A25FA83E}"/>
              </a:ext>
            </a:extLst>
          </p:cNvPr>
          <p:cNvSpPr>
            <a:spLocks noGrp="1"/>
          </p:cNvSpPr>
          <p:nvPr>
            <p:ph type="ftr" sz="quarter" idx="10"/>
          </p:nvPr>
        </p:nvSpPr>
        <p:spPr>
          <a:xfrm>
            <a:off x="359999" y="6367053"/>
            <a:ext cx="9000000" cy="136460"/>
          </a:xfrm>
        </p:spPr>
        <p:txBody>
          <a:bodyPr/>
          <a:lstStyle/>
          <a:p>
            <a:r>
              <a:rPr lang="de-DE" dirty="0"/>
              <a:t>www.th-nuernberg.de</a:t>
            </a:r>
          </a:p>
        </p:txBody>
      </p:sp>
      <p:sp>
        <p:nvSpPr>
          <p:cNvPr id="15" name="Foliennummernplatzhalter 1">
            <a:extLst>
              <a:ext uri="{FF2B5EF4-FFF2-40B4-BE49-F238E27FC236}">
                <a16:creationId xmlns:a16="http://schemas.microsoft.com/office/drawing/2014/main" id="{48887CA6-8438-42FE-01AC-958A7192A39B}"/>
              </a:ext>
            </a:extLst>
          </p:cNvPr>
          <p:cNvSpPr>
            <a:spLocks noGrp="1"/>
          </p:cNvSpPr>
          <p:nvPr>
            <p:ph type="sldNum" sz="quarter" idx="11"/>
          </p:nvPr>
        </p:nvSpPr>
        <p:spPr>
          <a:xfrm>
            <a:off x="11143396" y="6379481"/>
            <a:ext cx="688241" cy="140470"/>
          </a:xfrm>
        </p:spPr>
        <p:txBody>
          <a:bodyPr/>
          <a:lstStyle/>
          <a:p>
            <a:fld id="{13FEB9C3-1FF9-4F1A-B0DB-7E320F93F669}" type="slidenum">
              <a:rPr lang="de-DE" smtClean="0"/>
              <a:pPr/>
              <a:t>15</a:t>
            </a:fld>
            <a:endParaRPr lang="de-DE" dirty="0"/>
          </a:p>
        </p:txBody>
      </p:sp>
      <p:pic>
        <p:nvPicPr>
          <p:cNvPr id="19" name="Grafik 18">
            <a:extLst>
              <a:ext uri="{FF2B5EF4-FFF2-40B4-BE49-F238E27FC236}">
                <a16:creationId xmlns:a16="http://schemas.microsoft.com/office/drawing/2014/main" id="{A5311371-1E53-573A-A4CD-0C76341506D9}"/>
              </a:ext>
            </a:extLst>
          </p:cNvPr>
          <p:cNvPicPr>
            <a:picLocks noChangeAspect="1"/>
          </p:cNvPicPr>
          <p:nvPr/>
        </p:nvPicPr>
        <p:blipFill>
          <a:blip r:embed="rId2"/>
          <a:stretch>
            <a:fillRect/>
          </a:stretch>
        </p:blipFill>
        <p:spPr>
          <a:xfrm>
            <a:off x="1260315" y="1531165"/>
            <a:ext cx="9511571" cy="4412585"/>
          </a:xfrm>
          <a:prstGeom prst="rect">
            <a:avLst/>
          </a:prstGeom>
        </p:spPr>
      </p:pic>
      <p:sp>
        <p:nvSpPr>
          <p:cNvPr id="20" name="Title 1">
            <a:extLst>
              <a:ext uri="{FF2B5EF4-FFF2-40B4-BE49-F238E27FC236}">
                <a16:creationId xmlns:a16="http://schemas.microsoft.com/office/drawing/2014/main" id="{E9D1BA49-79BB-D972-6D25-01E7D20B402B}"/>
              </a:ext>
            </a:extLst>
          </p:cNvPr>
          <p:cNvSpPr txBox="1">
            <a:spLocks/>
          </p:cNvSpPr>
          <p:nvPr/>
        </p:nvSpPr>
        <p:spPr>
          <a:xfrm>
            <a:off x="7609599" y="5832146"/>
            <a:ext cx="3500800" cy="1094670"/>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DE" sz="1800" dirty="0">
                <a:latin typeface="Noto Sans" panose="020B0502040504020204" pitchFamily="34" charset="0"/>
                <a:ea typeface="Noto Sans" panose="020B0502040504020204" pitchFamily="34" charset="0"/>
                <a:cs typeface="Noto Sans" panose="020B0502040504020204" pitchFamily="34" charset="0"/>
              </a:rPr>
              <a:t>*4500 </a:t>
            </a:r>
            <a:r>
              <a:rPr lang="en-DE" sz="1800" dirty="0" err="1">
                <a:latin typeface="Noto Sans" panose="020B0502040504020204" pitchFamily="34" charset="0"/>
                <a:ea typeface="Noto Sans" panose="020B0502040504020204" pitchFamily="34" charset="0"/>
                <a:cs typeface="Noto Sans" panose="020B0502040504020204" pitchFamily="34" charset="0"/>
              </a:rPr>
              <a:t>gelabelte</a:t>
            </a:r>
            <a:r>
              <a:rPr lang="en-DE" sz="1800" dirty="0">
                <a:latin typeface="Noto Sans" panose="020B0502040504020204" pitchFamily="34" charset="0"/>
                <a:ea typeface="Noto Sans" panose="020B0502040504020204" pitchFamily="34" charset="0"/>
                <a:cs typeface="Noto Sans" panose="020B0502040504020204" pitchFamily="34" charset="0"/>
              </a:rPr>
              <a:t> </a:t>
            </a:r>
            <a:r>
              <a:rPr lang="en-DE" sz="1800" dirty="0" err="1">
                <a:latin typeface="Noto Sans" panose="020B0502040504020204" pitchFamily="34" charset="0"/>
                <a:ea typeface="Noto Sans" panose="020B0502040504020204" pitchFamily="34" charset="0"/>
                <a:cs typeface="Noto Sans" panose="020B0502040504020204" pitchFamily="34" charset="0"/>
              </a:rPr>
              <a:t>Zwischenrufe</a:t>
            </a:r>
            <a:r>
              <a:rPr lang="en-DE" sz="1800" dirty="0">
                <a:latin typeface="Noto Sans" panose="020B0502040504020204" pitchFamily="34" charset="0"/>
                <a:ea typeface="Noto Sans" panose="020B0502040504020204" pitchFamily="34" charset="0"/>
                <a:cs typeface="Noto Sans" panose="020B0502040504020204" pitchFamily="34" charset="0"/>
              </a:rPr>
              <a:t>. </a:t>
            </a:r>
            <a:r>
              <a:rPr lang="en-DE" sz="1800" dirty="0" err="1">
                <a:latin typeface="Noto Sans" panose="020B0502040504020204" pitchFamily="34" charset="0"/>
                <a:ea typeface="Noto Sans" panose="020B0502040504020204" pitchFamily="34" charset="0"/>
                <a:cs typeface="Noto Sans" panose="020B0502040504020204" pitchFamily="34" charset="0"/>
              </a:rPr>
              <a:t>Zufällige</a:t>
            </a:r>
            <a:r>
              <a:rPr lang="en-DE" sz="1800" dirty="0">
                <a:latin typeface="Noto Sans" panose="020B0502040504020204" pitchFamily="34" charset="0"/>
                <a:ea typeface="Noto Sans" panose="020B0502040504020204" pitchFamily="34" charset="0"/>
                <a:cs typeface="Noto Sans" panose="020B0502040504020204" pitchFamily="34" charset="0"/>
              </a:rPr>
              <a:t> </a:t>
            </a:r>
            <a:r>
              <a:rPr lang="en-DE" sz="1800" dirty="0" err="1">
                <a:latin typeface="Noto Sans" panose="020B0502040504020204" pitchFamily="34" charset="0"/>
                <a:ea typeface="Noto Sans" panose="020B0502040504020204" pitchFamily="34" charset="0"/>
                <a:cs typeface="Noto Sans" panose="020B0502040504020204" pitchFamily="34" charset="0"/>
              </a:rPr>
              <a:t>Auswahl</a:t>
            </a:r>
            <a:r>
              <a:rPr lang="en-DE" sz="1800" dirty="0">
                <a:latin typeface="Noto Sans" panose="020B0502040504020204" pitchFamily="34" charset="0"/>
                <a:ea typeface="Noto Sans" panose="020B0502040504020204" pitchFamily="34" charset="0"/>
                <a:cs typeface="Noto Sans" panose="020B0502040504020204" pitchFamily="34" charset="0"/>
              </a:rPr>
              <a:t> [1991,2024]</a:t>
            </a:r>
            <a:endParaRPr lang="en-US" sz="1800" dirty="0">
              <a:latin typeface="Noto Sans" panose="020B0502040504020204" pitchFamily="34" charset="0"/>
              <a:ea typeface="Noto Sans" panose="020B0502040504020204" pitchFamily="34" charset="0"/>
              <a:cs typeface="Noto Sans" panose="020B0502040504020204" pitchFamily="34" charset="0"/>
            </a:endParaRPr>
          </a:p>
        </p:txBody>
      </p:sp>
    </p:spTree>
    <p:extLst>
      <p:ext uri="{BB962C8B-B14F-4D97-AF65-F5344CB8AC3E}">
        <p14:creationId xmlns:p14="http://schemas.microsoft.com/office/powerpoint/2010/main" val="235153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Rounded Corners 26">
            <a:extLst>
              <a:ext uri="{FF2B5EF4-FFF2-40B4-BE49-F238E27FC236}">
                <a16:creationId xmlns:a16="http://schemas.microsoft.com/office/drawing/2014/main" id="{6600A8A5-BC13-8218-4693-91266673DBC6}"/>
              </a:ext>
            </a:extLst>
          </p:cNvPr>
          <p:cNvSpPr/>
          <p:nvPr/>
        </p:nvSpPr>
        <p:spPr>
          <a:xfrm>
            <a:off x="5131541" y="1037719"/>
            <a:ext cx="6439264" cy="4989312"/>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9B26702-FD1D-E031-C707-B5BBDFF02678}"/>
              </a:ext>
            </a:extLst>
          </p:cNvPr>
          <p:cNvSpPr>
            <a:spLocks noGrp="1"/>
          </p:cNvSpPr>
          <p:nvPr>
            <p:ph type="title"/>
          </p:nvPr>
        </p:nvSpPr>
        <p:spPr>
          <a:xfrm>
            <a:off x="360181" y="773048"/>
            <a:ext cx="11471638" cy="529343"/>
          </a:xfrm>
        </p:spPr>
        <p:txBody>
          <a:bodyPr/>
          <a:lstStyle/>
          <a:p>
            <a:r>
              <a:rPr lang="en-DE" dirty="0" err="1"/>
              <a:t>Klassifikation</a:t>
            </a:r>
            <a:endParaRPr lang="de-DE" dirty="0"/>
          </a:p>
        </p:txBody>
      </p:sp>
      <p:sp>
        <p:nvSpPr>
          <p:cNvPr id="4" name="Fußzeilenplatzhalter 3">
            <a:extLst>
              <a:ext uri="{FF2B5EF4-FFF2-40B4-BE49-F238E27FC236}">
                <a16:creationId xmlns:a16="http://schemas.microsoft.com/office/drawing/2014/main" id="{DF486D8B-95EA-1F19-12B3-B940A25FA83E}"/>
              </a:ext>
            </a:extLst>
          </p:cNvPr>
          <p:cNvSpPr>
            <a:spLocks noGrp="1"/>
          </p:cNvSpPr>
          <p:nvPr>
            <p:ph type="ftr" sz="quarter" idx="10"/>
          </p:nvPr>
        </p:nvSpPr>
        <p:spPr>
          <a:xfrm>
            <a:off x="359999" y="6379481"/>
            <a:ext cx="1185432" cy="136460"/>
          </a:xfrm>
        </p:spPr>
        <p:txBody>
          <a:bodyPr/>
          <a:lstStyle/>
          <a:p>
            <a:r>
              <a:rPr lang="de-DE" dirty="0"/>
              <a:t>www.th-nuernberg.de</a:t>
            </a:r>
          </a:p>
        </p:txBody>
      </p:sp>
      <p:sp>
        <p:nvSpPr>
          <p:cNvPr id="10" name="Rectangle: Rounded Corners 26">
            <a:extLst>
              <a:ext uri="{FF2B5EF4-FFF2-40B4-BE49-F238E27FC236}">
                <a16:creationId xmlns:a16="http://schemas.microsoft.com/office/drawing/2014/main" id="{7008DB3C-A8F7-5DB3-638D-02D1089EB83C}"/>
              </a:ext>
            </a:extLst>
          </p:cNvPr>
          <p:cNvSpPr/>
          <p:nvPr/>
        </p:nvSpPr>
        <p:spPr>
          <a:xfrm>
            <a:off x="359999" y="1504448"/>
            <a:ext cx="3634489" cy="4411782"/>
          </a:xfrm>
          <a:prstGeom prst="roundRect">
            <a:avLst/>
          </a:prstGeom>
          <a:solidFill>
            <a:schemeClr val="bg1"/>
          </a:solidFill>
          <a:ln w="9525">
            <a:solidFill>
              <a:srgbClr val="B3B5B7"/>
            </a:solidFill>
          </a:ln>
          <a:effectLst>
            <a:outerShdw blurRad="101600" dist="63500" dir="2700000" algn="ctr" rotWithShape="0">
              <a:srgbClr val="AFAFBB">
                <a:alpha val="35294"/>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7571154D-ABAB-8669-F8F2-8E63667A51D0}"/>
              </a:ext>
            </a:extLst>
          </p:cNvPr>
          <p:cNvSpPr txBox="1">
            <a:spLocks/>
          </p:cNvSpPr>
          <p:nvPr/>
        </p:nvSpPr>
        <p:spPr>
          <a:xfrm>
            <a:off x="833243" y="1591429"/>
            <a:ext cx="2688000" cy="777490"/>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DE" sz="3200" b="1" dirty="0">
                <a:latin typeface="Noto Sans" panose="020B0502040504020204" pitchFamily="34" charset="0"/>
                <a:ea typeface="Noto Sans" panose="020B0502040504020204" pitchFamily="34" charset="0"/>
                <a:cs typeface="Noto Sans" panose="020B0502040504020204" pitchFamily="34" charset="0"/>
              </a:rPr>
              <a:t>BERT</a:t>
            </a:r>
          </a:p>
          <a:p>
            <a:pPr algn="ctr"/>
            <a:r>
              <a:rPr lang="en-DE" sz="3200" b="1" dirty="0">
                <a:latin typeface="Noto Sans" panose="020B0502040504020204" pitchFamily="34" charset="0"/>
                <a:ea typeface="Noto Sans" panose="020B0502040504020204" pitchFamily="34" charset="0"/>
                <a:cs typeface="Noto Sans" panose="020B0502040504020204" pitchFamily="34" charset="0"/>
              </a:rPr>
              <a:t>Sentiment</a:t>
            </a:r>
            <a:endParaRPr lang="en-US" sz="3200" b="1" dirty="0">
              <a:latin typeface="Noto Sans" panose="020B0502040504020204" pitchFamily="34" charset="0"/>
              <a:ea typeface="Noto Sans" panose="020B0502040504020204" pitchFamily="34" charset="0"/>
              <a:cs typeface="Noto Sans" panose="020B0502040504020204" pitchFamily="34" charset="0"/>
            </a:endParaRPr>
          </a:p>
        </p:txBody>
      </p:sp>
      <p:sp>
        <p:nvSpPr>
          <p:cNvPr id="21" name="Textfeld 20">
            <a:extLst>
              <a:ext uri="{FF2B5EF4-FFF2-40B4-BE49-F238E27FC236}">
                <a16:creationId xmlns:a16="http://schemas.microsoft.com/office/drawing/2014/main" id="{C761C333-6D9F-C285-F320-B93CABE1A74C}"/>
              </a:ext>
            </a:extLst>
          </p:cNvPr>
          <p:cNvSpPr txBox="1"/>
          <p:nvPr/>
        </p:nvSpPr>
        <p:spPr>
          <a:xfrm>
            <a:off x="581148" y="2310856"/>
            <a:ext cx="4012630" cy="1477328"/>
          </a:xfrm>
          <a:prstGeom prst="rect">
            <a:avLst/>
          </a:prstGeom>
          <a:noFill/>
        </p:spPr>
        <p:txBody>
          <a:bodyPr wrap="square">
            <a:spAutoFit/>
          </a:bodyPr>
          <a:lstStyle/>
          <a:p>
            <a:r>
              <a:rPr lang="en-DE" b="1" dirty="0">
                <a:latin typeface="Noto Sans" panose="020B0502040504020204" pitchFamily="34" charset="0"/>
                <a:ea typeface="Noto Sans" panose="020B0502040504020204" pitchFamily="34" charset="0"/>
                <a:cs typeface="Noto Sans" panose="020B0502040504020204" pitchFamily="34" charset="0"/>
              </a:rPr>
              <a:t>Pretrained</a:t>
            </a:r>
            <a:endParaRPr lang="en-DE" sz="1800" b="1" dirty="0">
              <a:latin typeface="Noto Sans" panose="020B0502040504020204" pitchFamily="34" charset="0"/>
              <a:ea typeface="Noto Sans" panose="020B0502040504020204" pitchFamily="34" charset="0"/>
              <a:cs typeface="Noto Sans" panose="020B0502040504020204" pitchFamily="34" charset="0"/>
            </a:endParaRPr>
          </a:p>
          <a:p>
            <a:pPr marL="342900" indent="-342900">
              <a:buFont typeface="Arial" panose="020B0604020202020204" pitchFamily="34" charset="0"/>
              <a:buChar char="•"/>
            </a:pPr>
            <a:r>
              <a:rPr lang="en-DE" dirty="0">
                <a:latin typeface="Noto Sans" panose="020B0502040504020204" pitchFamily="34" charset="0"/>
                <a:ea typeface="Noto Sans" panose="020B0502040504020204" pitchFamily="34" charset="0"/>
                <a:cs typeface="Noto Sans" panose="020B0502040504020204" pitchFamily="34" charset="0"/>
              </a:rPr>
              <a:t>56</a:t>
            </a:r>
            <a:r>
              <a:rPr lang="en-DE" sz="1800" dirty="0">
                <a:latin typeface="Noto Sans" panose="020B0502040504020204" pitchFamily="34" charset="0"/>
                <a:ea typeface="Noto Sans" panose="020B0502040504020204" pitchFamily="34" charset="0"/>
                <a:cs typeface="Noto Sans" panose="020B0502040504020204" pitchFamily="34" charset="0"/>
              </a:rPr>
              <a:t>% Accuracy</a:t>
            </a:r>
          </a:p>
          <a:p>
            <a:pPr marL="342900" indent="-342900">
              <a:buFont typeface="Arial" panose="020B0604020202020204" pitchFamily="34" charset="0"/>
              <a:buChar char="•"/>
            </a:pPr>
            <a:r>
              <a:rPr lang="en-DE" sz="1800" dirty="0" err="1">
                <a:latin typeface="Noto Sans" panose="020B0502040504020204" pitchFamily="34" charset="0"/>
                <a:ea typeface="Noto Sans" panose="020B0502040504020204" pitchFamily="34" charset="0"/>
                <a:cs typeface="Noto Sans" panose="020B0502040504020204" pitchFamily="34" charset="0"/>
              </a:rPr>
              <a:t>Verwechslung</a:t>
            </a:r>
            <a:br>
              <a:rPr lang="en-DE" dirty="0">
                <a:latin typeface="Noto Sans" panose="020B0502040504020204" pitchFamily="34" charset="0"/>
                <a:ea typeface="Noto Sans" panose="020B0502040504020204" pitchFamily="34" charset="0"/>
                <a:cs typeface="Noto Sans" panose="020B0502040504020204" pitchFamily="34" charset="0"/>
              </a:rPr>
            </a:br>
            <a:r>
              <a:rPr lang="en-DE" sz="1800" dirty="0" err="1">
                <a:latin typeface="Noto Sans" panose="020B0502040504020204" pitchFamily="34" charset="0"/>
                <a:ea typeface="Noto Sans" panose="020B0502040504020204" pitchFamily="34" charset="0"/>
                <a:cs typeface="Noto Sans" panose="020B0502040504020204" pitchFamily="34" charset="0"/>
              </a:rPr>
              <a:t>Negativ</a:t>
            </a:r>
            <a:r>
              <a:rPr lang="en-DE" sz="1800" dirty="0">
                <a:latin typeface="Noto Sans" panose="020B0502040504020204" pitchFamily="34" charset="0"/>
                <a:ea typeface="Noto Sans" panose="020B0502040504020204" pitchFamily="34" charset="0"/>
                <a:cs typeface="Noto Sans" panose="020B0502040504020204" pitchFamily="34" charset="0"/>
              </a:rPr>
              <a:t> &lt;-&gt; Neutral</a:t>
            </a:r>
          </a:p>
          <a:p>
            <a:endParaRPr lang="en-US" sz="1800" dirty="0">
              <a:latin typeface="Noto Sans" panose="020B0502040504020204" pitchFamily="34" charset="0"/>
              <a:ea typeface="Noto Sans" panose="020B0502040504020204" pitchFamily="34" charset="0"/>
              <a:cs typeface="Noto Sans" panose="020B0502040504020204" pitchFamily="34" charset="0"/>
            </a:endParaRPr>
          </a:p>
        </p:txBody>
      </p:sp>
      <p:sp>
        <p:nvSpPr>
          <p:cNvPr id="22" name="Textfeld 21">
            <a:extLst>
              <a:ext uri="{FF2B5EF4-FFF2-40B4-BE49-F238E27FC236}">
                <a16:creationId xmlns:a16="http://schemas.microsoft.com/office/drawing/2014/main" id="{EB3FF05A-B401-3257-DE60-02C5877BB3A7}"/>
              </a:ext>
            </a:extLst>
          </p:cNvPr>
          <p:cNvSpPr txBox="1"/>
          <p:nvPr/>
        </p:nvSpPr>
        <p:spPr>
          <a:xfrm>
            <a:off x="633431" y="3809298"/>
            <a:ext cx="4012630" cy="2031325"/>
          </a:xfrm>
          <a:prstGeom prst="rect">
            <a:avLst/>
          </a:prstGeom>
          <a:noFill/>
        </p:spPr>
        <p:txBody>
          <a:bodyPr wrap="square">
            <a:spAutoFit/>
          </a:bodyPr>
          <a:lstStyle/>
          <a:p>
            <a:r>
              <a:rPr lang="en-DE" b="1" dirty="0">
                <a:latin typeface="Noto Sans" panose="020B0502040504020204" pitchFamily="34" charset="0"/>
                <a:ea typeface="Noto Sans" panose="020B0502040504020204" pitchFamily="34" charset="0"/>
                <a:cs typeface="Noto Sans" panose="020B0502040504020204" pitchFamily="34" charset="0"/>
              </a:rPr>
              <a:t>Finetuning</a:t>
            </a:r>
            <a:endParaRPr lang="en-DE" sz="1800" b="1" dirty="0">
              <a:latin typeface="Noto Sans" panose="020B0502040504020204" pitchFamily="34" charset="0"/>
              <a:ea typeface="Noto Sans" panose="020B0502040504020204" pitchFamily="34" charset="0"/>
              <a:cs typeface="Noto Sans" panose="020B0502040504020204" pitchFamily="34" charset="0"/>
            </a:endParaRPr>
          </a:p>
          <a:p>
            <a:pPr marL="342900" indent="-342900">
              <a:buFont typeface="Arial" panose="020B0604020202020204" pitchFamily="34" charset="0"/>
              <a:buChar char="•"/>
            </a:pPr>
            <a:r>
              <a:rPr lang="en-DE" dirty="0">
                <a:latin typeface="Noto Sans" panose="020B0502040504020204" pitchFamily="34" charset="0"/>
                <a:ea typeface="Noto Sans" panose="020B0502040504020204" pitchFamily="34" charset="0"/>
                <a:cs typeface="Noto Sans" panose="020B0502040504020204" pitchFamily="34" charset="0"/>
              </a:rPr>
              <a:t>77</a:t>
            </a:r>
            <a:r>
              <a:rPr lang="en-DE" sz="1800" dirty="0">
                <a:latin typeface="Noto Sans" panose="020B0502040504020204" pitchFamily="34" charset="0"/>
                <a:ea typeface="Noto Sans" panose="020B0502040504020204" pitchFamily="34" charset="0"/>
                <a:cs typeface="Noto Sans" panose="020B0502040504020204" pitchFamily="34" charset="0"/>
              </a:rPr>
              <a:t>% Accuracy</a:t>
            </a:r>
          </a:p>
          <a:p>
            <a:pPr marL="342900" indent="-342900">
              <a:buFont typeface="Arial" panose="020B0604020202020204" pitchFamily="34" charset="0"/>
              <a:buChar char="•"/>
            </a:pPr>
            <a:r>
              <a:rPr lang="en-DE" dirty="0" err="1">
                <a:latin typeface="Noto Sans" panose="020B0502040504020204" pitchFamily="34" charset="0"/>
                <a:ea typeface="Noto Sans" panose="020B0502040504020204" pitchFamily="34" charset="0"/>
                <a:cs typeface="Noto Sans" panose="020B0502040504020204" pitchFamily="34" charset="0"/>
              </a:rPr>
              <a:t>Durchwegs</a:t>
            </a:r>
            <a:r>
              <a:rPr lang="en-DE" dirty="0">
                <a:latin typeface="Noto Sans" panose="020B0502040504020204" pitchFamily="34" charset="0"/>
                <a:ea typeface="Noto Sans" panose="020B0502040504020204" pitchFamily="34" charset="0"/>
                <a:cs typeface="Noto Sans" panose="020B0502040504020204" pitchFamily="34" charset="0"/>
              </a:rPr>
              <a:t> </a:t>
            </a:r>
            <a:r>
              <a:rPr lang="en-DE" dirty="0" err="1">
                <a:latin typeface="Noto Sans" panose="020B0502040504020204" pitchFamily="34" charset="0"/>
                <a:ea typeface="Noto Sans" panose="020B0502040504020204" pitchFamily="34" charset="0"/>
                <a:cs typeface="Noto Sans" panose="020B0502040504020204" pitchFamily="34" charset="0"/>
              </a:rPr>
              <a:t>bessere</a:t>
            </a:r>
            <a:br>
              <a:rPr lang="en-DE" dirty="0">
                <a:latin typeface="Noto Sans" panose="020B0502040504020204" pitchFamily="34" charset="0"/>
                <a:ea typeface="Noto Sans" panose="020B0502040504020204" pitchFamily="34" charset="0"/>
                <a:cs typeface="Noto Sans" panose="020B0502040504020204" pitchFamily="34" charset="0"/>
              </a:rPr>
            </a:br>
            <a:r>
              <a:rPr lang="en-DE" dirty="0">
                <a:latin typeface="Noto Sans" panose="020B0502040504020204" pitchFamily="34" charset="0"/>
                <a:ea typeface="Noto Sans" panose="020B0502040504020204" pitchFamily="34" charset="0"/>
                <a:cs typeface="Noto Sans" panose="020B0502040504020204" pitchFamily="34" charset="0"/>
              </a:rPr>
              <a:t>F1-Scores</a:t>
            </a:r>
            <a:endParaRPr lang="en-DE" sz="1800" dirty="0">
              <a:latin typeface="Noto Sans" panose="020B0502040504020204" pitchFamily="34" charset="0"/>
              <a:ea typeface="Noto Sans" panose="020B0502040504020204" pitchFamily="34" charset="0"/>
              <a:cs typeface="Noto Sans" panose="020B0502040504020204" pitchFamily="34" charset="0"/>
            </a:endParaRPr>
          </a:p>
          <a:p>
            <a:pPr marL="342900" indent="-342900">
              <a:buFont typeface="Arial" panose="020B0604020202020204" pitchFamily="34" charset="0"/>
              <a:buChar char="•"/>
            </a:pPr>
            <a:r>
              <a:rPr lang="en-DE" dirty="0" err="1">
                <a:latin typeface="Noto Sans" panose="020B0502040504020204" pitchFamily="34" charset="0"/>
                <a:ea typeface="Noto Sans" panose="020B0502040504020204" pitchFamily="34" charset="0"/>
                <a:cs typeface="Noto Sans" panose="020B0502040504020204" pitchFamily="34" charset="0"/>
              </a:rPr>
              <a:t>Falschklassifikation</a:t>
            </a:r>
            <a:br>
              <a:rPr lang="en-DE" dirty="0">
                <a:latin typeface="Noto Sans" panose="020B0502040504020204" pitchFamily="34" charset="0"/>
                <a:ea typeface="Noto Sans" panose="020B0502040504020204" pitchFamily="34" charset="0"/>
                <a:cs typeface="Noto Sans" panose="020B0502040504020204" pitchFamily="34" charset="0"/>
              </a:rPr>
            </a:br>
            <a:r>
              <a:rPr lang="en-DE" sz="1800" dirty="0" err="1">
                <a:latin typeface="Noto Sans" panose="020B0502040504020204" pitchFamily="34" charset="0"/>
                <a:ea typeface="Noto Sans" panose="020B0502040504020204" pitchFamily="34" charset="0"/>
                <a:cs typeface="Noto Sans" panose="020B0502040504020204" pitchFamily="34" charset="0"/>
              </a:rPr>
              <a:t>Negativ</a:t>
            </a:r>
            <a:r>
              <a:rPr lang="en-DE" sz="1800" dirty="0">
                <a:latin typeface="Noto Sans" panose="020B0502040504020204" pitchFamily="34" charset="0"/>
                <a:ea typeface="Noto Sans" panose="020B0502040504020204" pitchFamily="34" charset="0"/>
                <a:cs typeface="Noto Sans" panose="020B0502040504020204" pitchFamily="34" charset="0"/>
              </a:rPr>
              <a:t> -&gt; Neutral</a:t>
            </a:r>
          </a:p>
          <a:p>
            <a:endParaRPr lang="en-US" sz="1800" dirty="0">
              <a:latin typeface="Noto Sans" panose="020B0502040504020204" pitchFamily="34" charset="0"/>
              <a:ea typeface="Noto Sans" panose="020B0502040504020204" pitchFamily="34" charset="0"/>
              <a:cs typeface="Noto Sans" panose="020B0502040504020204" pitchFamily="34" charset="0"/>
            </a:endParaRPr>
          </a:p>
        </p:txBody>
      </p:sp>
      <p:pic>
        <p:nvPicPr>
          <p:cNvPr id="24" name="Grafik 23">
            <a:extLst>
              <a:ext uri="{FF2B5EF4-FFF2-40B4-BE49-F238E27FC236}">
                <a16:creationId xmlns:a16="http://schemas.microsoft.com/office/drawing/2014/main" id="{35701A9B-DD0D-45AC-87A8-1AB5C9FA4062}"/>
              </a:ext>
            </a:extLst>
          </p:cNvPr>
          <p:cNvPicPr>
            <a:picLocks noChangeAspect="1"/>
          </p:cNvPicPr>
          <p:nvPr/>
        </p:nvPicPr>
        <p:blipFill>
          <a:blip r:embed="rId2"/>
          <a:stretch>
            <a:fillRect/>
          </a:stretch>
        </p:blipFill>
        <p:spPr>
          <a:xfrm>
            <a:off x="5434855" y="1232449"/>
            <a:ext cx="5771551" cy="4587832"/>
          </a:xfrm>
          <a:prstGeom prst="rect">
            <a:avLst/>
          </a:prstGeom>
        </p:spPr>
      </p:pic>
      <p:sp>
        <p:nvSpPr>
          <p:cNvPr id="27" name="Foliennummernplatzhalter 1">
            <a:extLst>
              <a:ext uri="{FF2B5EF4-FFF2-40B4-BE49-F238E27FC236}">
                <a16:creationId xmlns:a16="http://schemas.microsoft.com/office/drawing/2014/main" id="{CFC333D3-1251-7613-B3F3-8F4ED16AAC4B}"/>
              </a:ext>
            </a:extLst>
          </p:cNvPr>
          <p:cNvSpPr>
            <a:spLocks noGrp="1"/>
          </p:cNvSpPr>
          <p:nvPr>
            <p:ph type="sldNum" sz="quarter" idx="11"/>
          </p:nvPr>
        </p:nvSpPr>
        <p:spPr>
          <a:xfrm>
            <a:off x="11143396" y="6379481"/>
            <a:ext cx="688241" cy="140470"/>
          </a:xfrm>
        </p:spPr>
        <p:txBody>
          <a:bodyPr/>
          <a:lstStyle/>
          <a:p>
            <a:fld id="{13FEB9C3-1FF9-4F1A-B0DB-7E320F93F669}" type="slidenum">
              <a:rPr lang="de-DE" smtClean="0"/>
              <a:pPr/>
              <a:t>16</a:t>
            </a:fld>
            <a:endParaRPr lang="de-DE" dirty="0"/>
          </a:p>
        </p:txBody>
      </p:sp>
    </p:spTree>
    <p:extLst>
      <p:ext uri="{BB962C8B-B14F-4D97-AF65-F5344CB8AC3E}">
        <p14:creationId xmlns:p14="http://schemas.microsoft.com/office/powerpoint/2010/main" val="3505379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7EF46B0-7EE0-314A-66B8-AB84BD64A2F8}"/>
              </a:ext>
            </a:extLst>
          </p:cNvPr>
          <p:cNvSpPr>
            <a:spLocks noGrp="1"/>
          </p:cNvSpPr>
          <p:nvPr>
            <p:ph type="ctrTitle"/>
          </p:nvPr>
        </p:nvSpPr>
        <p:spPr>
          <a:xfrm>
            <a:off x="193902" y="2679858"/>
            <a:ext cx="5276169" cy="1498283"/>
          </a:xfrm>
        </p:spPr>
        <p:txBody>
          <a:bodyPr/>
          <a:lstStyle/>
          <a:p>
            <a:r>
              <a:rPr lang="de-DE" dirty="0"/>
              <a:t>Mein Task?</a:t>
            </a:r>
          </a:p>
        </p:txBody>
      </p:sp>
    </p:spTree>
    <p:extLst>
      <p:ext uri="{BB962C8B-B14F-4D97-AF65-F5344CB8AC3E}">
        <p14:creationId xmlns:p14="http://schemas.microsoft.com/office/powerpoint/2010/main" val="3137724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8B9465-85F4-ACB0-BF7B-B4D5A4D2A6F7}"/>
              </a:ext>
            </a:extLst>
          </p:cNvPr>
          <p:cNvSpPr>
            <a:spLocks noGrp="1"/>
          </p:cNvSpPr>
          <p:nvPr>
            <p:ph type="title"/>
          </p:nvPr>
        </p:nvSpPr>
        <p:spPr/>
        <p:txBody>
          <a:bodyPr/>
          <a:lstStyle/>
          <a:p>
            <a:r>
              <a:rPr lang="de-DE" dirty="0"/>
              <a:t>1. Naive Bayes</a:t>
            </a:r>
          </a:p>
        </p:txBody>
      </p:sp>
      <p:sp>
        <p:nvSpPr>
          <p:cNvPr id="5" name="Fußzeilenplatzhalter 4">
            <a:extLst>
              <a:ext uri="{FF2B5EF4-FFF2-40B4-BE49-F238E27FC236}">
                <a16:creationId xmlns:a16="http://schemas.microsoft.com/office/drawing/2014/main" id="{F0A21E51-6B39-7CF4-0AEB-80D314EDEBEB}"/>
              </a:ext>
            </a:extLst>
          </p:cNvPr>
          <p:cNvSpPr>
            <a:spLocks noGrp="1"/>
          </p:cNvSpPr>
          <p:nvPr>
            <p:ph type="ftr" sz="quarter" idx="13"/>
          </p:nvPr>
        </p:nvSpPr>
        <p:spPr>
          <a:xfrm>
            <a:off x="359999" y="6379481"/>
            <a:ext cx="9000000" cy="136460"/>
          </a:xfrm>
        </p:spPr>
        <p:txBody>
          <a:bodyPr/>
          <a:lstStyle/>
          <a:p>
            <a:r>
              <a:rPr lang="de-DE" dirty="0"/>
              <a:t>www.th-nuernberg.de</a:t>
            </a:r>
          </a:p>
        </p:txBody>
      </p:sp>
      <p:sp>
        <p:nvSpPr>
          <p:cNvPr id="6" name="Foliennummernplatzhalter 5">
            <a:extLst>
              <a:ext uri="{FF2B5EF4-FFF2-40B4-BE49-F238E27FC236}">
                <a16:creationId xmlns:a16="http://schemas.microsoft.com/office/drawing/2014/main" id="{25F9A502-4A24-D037-2D86-B00DEFFDF613}"/>
              </a:ext>
            </a:extLst>
          </p:cNvPr>
          <p:cNvSpPr>
            <a:spLocks noGrp="1"/>
          </p:cNvSpPr>
          <p:nvPr>
            <p:ph type="sldNum" sz="quarter" idx="14"/>
          </p:nvPr>
        </p:nvSpPr>
        <p:spPr/>
        <p:txBody>
          <a:bodyPr/>
          <a:lstStyle/>
          <a:p>
            <a:fld id="{13FEB9C3-1FF9-4F1A-B0DB-7E320F93F669}" type="slidenum">
              <a:rPr lang="de-DE" smtClean="0"/>
              <a:pPr/>
              <a:t>18</a:t>
            </a:fld>
            <a:endParaRPr lang="de-DE"/>
          </a:p>
        </p:txBody>
      </p:sp>
      <p:pic>
        <p:nvPicPr>
          <p:cNvPr id="9" name="Picture 8" descr="A screenshot of a computer screen&#10;&#10;Description automatically generated">
            <a:extLst>
              <a:ext uri="{FF2B5EF4-FFF2-40B4-BE49-F238E27FC236}">
                <a16:creationId xmlns:a16="http://schemas.microsoft.com/office/drawing/2014/main" id="{A666B3D0-F1FA-F631-2D86-79B730631C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0925" y="1696228"/>
            <a:ext cx="7649787" cy="4596368"/>
          </a:xfrm>
          <a:prstGeom prst="rect">
            <a:avLst/>
          </a:prstGeom>
        </p:spPr>
      </p:pic>
    </p:spTree>
    <p:extLst>
      <p:ext uri="{BB962C8B-B14F-4D97-AF65-F5344CB8AC3E}">
        <p14:creationId xmlns:p14="http://schemas.microsoft.com/office/powerpoint/2010/main" val="8457136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8B9465-85F4-ACB0-BF7B-B4D5A4D2A6F7}"/>
              </a:ext>
            </a:extLst>
          </p:cNvPr>
          <p:cNvSpPr>
            <a:spLocks noGrp="1"/>
          </p:cNvSpPr>
          <p:nvPr>
            <p:ph type="title"/>
          </p:nvPr>
        </p:nvSpPr>
        <p:spPr>
          <a:xfrm>
            <a:off x="359999" y="1080000"/>
            <a:ext cx="4452632" cy="649658"/>
          </a:xfrm>
        </p:spPr>
        <p:txBody>
          <a:bodyPr/>
          <a:lstStyle/>
          <a:p>
            <a:r>
              <a:rPr lang="de-DE" dirty="0"/>
              <a:t>2. BERT (Satzebene)</a:t>
            </a:r>
          </a:p>
        </p:txBody>
      </p:sp>
      <p:sp>
        <p:nvSpPr>
          <p:cNvPr id="5" name="Fußzeilenplatzhalter 4">
            <a:extLst>
              <a:ext uri="{FF2B5EF4-FFF2-40B4-BE49-F238E27FC236}">
                <a16:creationId xmlns:a16="http://schemas.microsoft.com/office/drawing/2014/main" id="{F0A21E51-6B39-7CF4-0AEB-80D314EDEBEB}"/>
              </a:ext>
            </a:extLst>
          </p:cNvPr>
          <p:cNvSpPr>
            <a:spLocks noGrp="1"/>
          </p:cNvSpPr>
          <p:nvPr>
            <p:ph type="ftr" sz="quarter" idx="13"/>
          </p:nvPr>
        </p:nvSpPr>
        <p:spPr>
          <a:xfrm>
            <a:off x="359999" y="6379481"/>
            <a:ext cx="9000000" cy="136460"/>
          </a:xfrm>
        </p:spPr>
        <p:txBody>
          <a:bodyPr/>
          <a:lstStyle/>
          <a:p>
            <a:r>
              <a:rPr lang="de-DE" dirty="0"/>
              <a:t>www.th-nuernberg.de</a:t>
            </a:r>
          </a:p>
        </p:txBody>
      </p:sp>
      <p:sp>
        <p:nvSpPr>
          <p:cNvPr id="6" name="Foliennummernplatzhalter 5">
            <a:extLst>
              <a:ext uri="{FF2B5EF4-FFF2-40B4-BE49-F238E27FC236}">
                <a16:creationId xmlns:a16="http://schemas.microsoft.com/office/drawing/2014/main" id="{25F9A502-4A24-D037-2D86-B00DEFFDF613}"/>
              </a:ext>
            </a:extLst>
          </p:cNvPr>
          <p:cNvSpPr>
            <a:spLocks noGrp="1"/>
          </p:cNvSpPr>
          <p:nvPr>
            <p:ph type="sldNum" sz="quarter" idx="14"/>
          </p:nvPr>
        </p:nvSpPr>
        <p:spPr/>
        <p:txBody>
          <a:bodyPr/>
          <a:lstStyle/>
          <a:p>
            <a:fld id="{13FEB9C3-1FF9-4F1A-B0DB-7E320F93F669}" type="slidenum">
              <a:rPr lang="de-DE" smtClean="0"/>
              <a:pPr/>
              <a:t>19</a:t>
            </a:fld>
            <a:endParaRPr lang="de-DE"/>
          </a:p>
        </p:txBody>
      </p:sp>
      <p:sp>
        <p:nvSpPr>
          <p:cNvPr id="3" name="Titel 1">
            <a:extLst>
              <a:ext uri="{FF2B5EF4-FFF2-40B4-BE49-F238E27FC236}">
                <a16:creationId xmlns:a16="http://schemas.microsoft.com/office/drawing/2014/main" id="{733F71B2-7FF3-D25F-0B88-A3BBE2A7E614}"/>
              </a:ext>
            </a:extLst>
          </p:cNvPr>
          <p:cNvSpPr txBox="1">
            <a:spLocks/>
          </p:cNvSpPr>
          <p:nvPr/>
        </p:nvSpPr>
        <p:spPr>
          <a:xfrm>
            <a:off x="6480062" y="1080000"/>
            <a:ext cx="4949937" cy="649658"/>
          </a:xfrm>
          <a:prstGeom prst="rect">
            <a:avLst/>
          </a:prstGeom>
        </p:spPr>
        <p:txBody>
          <a:bodyPr vert="horz" lIns="0" tIns="0" rIns="0" bIns="0" rtlCol="0" anchor="b">
            <a:noAutofit/>
          </a:bodyPr>
          <a:lstStyle>
            <a:lvl1pPr algn="l" defTabSz="914400" rtl="0" eaLnBrk="1" latinLnBrk="0" hangingPunct="1">
              <a:lnSpc>
                <a:spcPts val="4300"/>
              </a:lnSpc>
              <a:spcBef>
                <a:spcPct val="0"/>
              </a:spcBef>
              <a:buNone/>
              <a:defRPr sz="4200" kern="1200">
                <a:solidFill>
                  <a:schemeClr val="accent1"/>
                </a:solidFill>
                <a:latin typeface="+mj-lt"/>
                <a:ea typeface="+mj-ea"/>
                <a:cs typeface="+mj-cs"/>
              </a:defRPr>
            </a:lvl1pPr>
          </a:lstStyle>
          <a:p>
            <a:r>
              <a:rPr lang="de-DE" dirty="0"/>
              <a:t>3. BERT (Tokenebene)</a:t>
            </a:r>
          </a:p>
        </p:txBody>
      </p:sp>
      <p:pic>
        <p:nvPicPr>
          <p:cNvPr id="4" name="Picture 2" descr="BERT Explained: State-of-the-art language model for NLP">
            <a:extLst>
              <a:ext uri="{FF2B5EF4-FFF2-40B4-BE49-F238E27FC236}">
                <a16:creationId xmlns:a16="http://schemas.microsoft.com/office/drawing/2014/main" id="{30F541E4-3379-5695-9939-91C29CB33E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6434" y="1862216"/>
            <a:ext cx="9546084" cy="4995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27737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8B9465-85F4-ACB0-BF7B-B4D5A4D2A6F7}"/>
              </a:ext>
            </a:extLst>
          </p:cNvPr>
          <p:cNvSpPr>
            <a:spLocks noGrp="1"/>
          </p:cNvSpPr>
          <p:nvPr>
            <p:ph type="title"/>
          </p:nvPr>
        </p:nvSpPr>
        <p:spPr>
          <a:xfrm>
            <a:off x="359999" y="760511"/>
            <a:ext cx="4452632" cy="649658"/>
          </a:xfrm>
        </p:spPr>
        <p:txBody>
          <a:bodyPr/>
          <a:lstStyle/>
          <a:p>
            <a:r>
              <a:rPr lang="de-DE" dirty="0"/>
              <a:t>2. BERT (Satzebene)</a:t>
            </a:r>
          </a:p>
        </p:txBody>
      </p:sp>
      <p:sp>
        <p:nvSpPr>
          <p:cNvPr id="6" name="Foliennummernplatzhalter 5">
            <a:extLst>
              <a:ext uri="{FF2B5EF4-FFF2-40B4-BE49-F238E27FC236}">
                <a16:creationId xmlns:a16="http://schemas.microsoft.com/office/drawing/2014/main" id="{25F9A502-4A24-D037-2D86-B00DEFFDF613}"/>
              </a:ext>
            </a:extLst>
          </p:cNvPr>
          <p:cNvSpPr>
            <a:spLocks noGrp="1"/>
          </p:cNvSpPr>
          <p:nvPr>
            <p:ph type="sldNum" sz="quarter" idx="14"/>
          </p:nvPr>
        </p:nvSpPr>
        <p:spPr/>
        <p:txBody>
          <a:bodyPr/>
          <a:lstStyle/>
          <a:p>
            <a:fld id="{13FEB9C3-1FF9-4F1A-B0DB-7E320F93F669}" type="slidenum">
              <a:rPr lang="de-DE" smtClean="0"/>
              <a:pPr/>
              <a:t>20</a:t>
            </a:fld>
            <a:endParaRPr lang="de-DE"/>
          </a:p>
        </p:txBody>
      </p:sp>
      <p:sp>
        <p:nvSpPr>
          <p:cNvPr id="14" name="TextBox 13">
            <a:extLst>
              <a:ext uri="{FF2B5EF4-FFF2-40B4-BE49-F238E27FC236}">
                <a16:creationId xmlns:a16="http://schemas.microsoft.com/office/drawing/2014/main" id="{DCBF5A75-83A4-2275-715F-0C2B32AD8057}"/>
              </a:ext>
            </a:extLst>
          </p:cNvPr>
          <p:cNvSpPr txBox="1"/>
          <p:nvPr/>
        </p:nvSpPr>
        <p:spPr>
          <a:xfrm>
            <a:off x="156637" y="2192882"/>
            <a:ext cx="4452632" cy="4524315"/>
          </a:xfrm>
          <a:prstGeom prst="rect">
            <a:avLst/>
          </a:prstGeom>
          <a:noFill/>
        </p:spPr>
        <p:txBody>
          <a:bodyPr wrap="square">
            <a:spAutoFit/>
          </a:bodyPr>
          <a:lstStyle/>
          <a:p>
            <a:r>
              <a:rPr lang="en-US" sz="1200" dirty="0">
                <a:latin typeface="+mj-lt"/>
              </a:rPr>
              <a:t>texts = [</a:t>
            </a:r>
          </a:p>
          <a:p>
            <a:r>
              <a:rPr lang="en-US" sz="1200" dirty="0">
                <a:latin typeface="+mj-lt"/>
              </a:rPr>
              <a:t>    "Sehr </a:t>
            </a:r>
            <a:r>
              <a:rPr lang="en-US" sz="1200" dirty="0" err="1">
                <a:latin typeface="+mj-lt"/>
              </a:rPr>
              <a:t>geehrter</a:t>
            </a:r>
            <a:r>
              <a:rPr lang="en-US" sz="1200" dirty="0">
                <a:latin typeface="+mj-lt"/>
              </a:rPr>
              <a:t> Herr </a:t>
            </a:r>
            <a:r>
              <a:rPr lang="en-US" sz="1200" dirty="0" err="1">
                <a:latin typeface="+mj-lt"/>
              </a:rPr>
              <a:t>Präsident</a:t>
            </a:r>
            <a:r>
              <a:rPr lang="en-US" sz="1200" dirty="0">
                <a:latin typeface="+mj-lt"/>
              </a:rPr>
              <a:t>! Liebe </a:t>
            </a:r>
            <a:r>
              <a:rPr lang="en-US" sz="1200" dirty="0" err="1">
                <a:latin typeface="+mj-lt"/>
              </a:rPr>
              <a:t>Kolleginnen</a:t>
            </a:r>
            <a:r>
              <a:rPr lang="en-US" sz="1200" dirty="0">
                <a:latin typeface="+mj-lt"/>
              </a:rPr>
              <a:t> und </a:t>
            </a:r>
            <a:r>
              <a:rPr lang="en-US" sz="1200" dirty="0" err="1">
                <a:latin typeface="+mj-lt"/>
              </a:rPr>
              <a:t>Kollegen</a:t>
            </a:r>
            <a:r>
              <a:rPr lang="en-US" sz="1200" dirty="0">
                <a:latin typeface="+mj-lt"/>
              </a:rPr>
              <a:t>! Das Coronavirus hat </a:t>
            </a:r>
            <a:r>
              <a:rPr lang="en-US" sz="1200" dirty="0" err="1">
                <a:latin typeface="+mj-lt"/>
              </a:rPr>
              <a:t>uns</a:t>
            </a:r>
            <a:r>
              <a:rPr lang="en-US" sz="1200" dirty="0">
                <a:latin typeface="+mj-lt"/>
              </a:rPr>
              <a:t> </a:t>
            </a:r>
            <a:r>
              <a:rPr lang="en-US" sz="1200" dirty="0" err="1">
                <a:latin typeface="+mj-lt"/>
              </a:rPr>
              <a:t>mit</a:t>
            </a:r>
            <a:r>
              <a:rPr lang="en-US" sz="1200" dirty="0">
                <a:latin typeface="+mj-lt"/>
              </a:rPr>
              <a:t> </a:t>
            </a:r>
            <a:r>
              <a:rPr lang="en-US" sz="1200" dirty="0" err="1">
                <a:latin typeface="+mj-lt"/>
              </a:rPr>
              <a:t>voller</a:t>
            </a:r>
            <a:r>
              <a:rPr lang="en-US" sz="1200" dirty="0">
                <a:latin typeface="+mj-lt"/>
              </a:rPr>
              <a:t> </a:t>
            </a:r>
            <a:r>
              <a:rPr lang="en-US" sz="1200" dirty="0" err="1">
                <a:latin typeface="+mj-lt"/>
              </a:rPr>
              <a:t>Wucht</a:t>
            </a:r>
            <a:r>
              <a:rPr lang="en-US" sz="1200" dirty="0">
                <a:latin typeface="+mj-lt"/>
              </a:rPr>
              <a:t> </a:t>
            </a:r>
            <a:r>
              <a:rPr lang="en-US" sz="1200" dirty="0" err="1">
                <a:latin typeface="+mj-lt"/>
              </a:rPr>
              <a:t>getroffen</a:t>
            </a:r>
            <a:r>
              <a:rPr lang="en-US" sz="1200" dirty="0">
                <a:latin typeface="+mj-lt"/>
              </a:rPr>
              <a:t>. Das </a:t>
            </a:r>
            <a:r>
              <a:rPr lang="en-US" sz="1200" dirty="0" err="1">
                <a:latin typeface="+mj-lt"/>
              </a:rPr>
              <a:t>Ausmaß</a:t>
            </a:r>
            <a:r>
              <a:rPr lang="en-US" sz="1200" dirty="0">
                <a:latin typeface="+mj-lt"/>
              </a:rPr>
              <a:t> der </a:t>
            </a:r>
            <a:r>
              <a:rPr lang="en-US" sz="1200" dirty="0" err="1">
                <a:latin typeface="+mj-lt"/>
              </a:rPr>
              <a:t>Pandemie</a:t>
            </a:r>
            <a:r>
              <a:rPr lang="en-US" sz="1200" dirty="0">
                <a:latin typeface="+mj-lt"/>
              </a:rPr>
              <a:t> – </a:t>
            </a:r>
            <a:r>
              <a:rPr lang="en-US" sz="1200" dirty="0" err="1">
                <a:latin typeface="+mj-lt"/>
              </a:rPr>
              <a:t>wir</a:t>
            </a:r>
            <a:r>
              <a:rPr lang="en-US" sz="1200" dirty="0">
                <a:latin typeface="+mj-lt"/>
              </a:rPr>
              <a:t> </a:t>
            </a:r>
            <a:r>
              <a:rPr lang="en-US" sz="1200" dirty="0" err="1">
                <a:latin typeface="+mj-lt"/>
              </a:rPr>
              <a:t>erleben</a:t>
            </a:r>
            <a:r>
              <a:rPr lang="en-US" sz="1200" dirty="0">
                <a:latin typeface="+mj-lt"/>
              </a:rPr>
              <a:t> das </a:t>
            </a:r>
            <a:r>
              <a:rPr lang="en-US" sz="1200" dirty="0" err="1">
                <a:latin typeface="+mj-lt"/>
              </a:rPr>
              <a:t>auch</a:t>
            </a:r>
            <a:r>
              <a:rPr lang="en-US" sz="1200" dirty="0">
                <a:latin typeface="+mj-lt"/>
              </a:rPr>
              <a:t> </a:t>
            </a:r>
            <a:r>
              <a:rPr lang="en-US" sz="1200" dirty="0" err="1">
                <a:latin typeface="+mj-lt"/>
              </a:rPr>
              <a:t>heute</a:t>
            </a:r>
            <a:r>
              <a:rPr lang="en-US" sz="1200" dirty="0">
                <a:latin typeface="+mj-lt"/>
              </a:rPr>
              <a:t> </a:t>
            </a:r>
            <a:r>
              <a:rPr lang="en-US" sz="1200" dirty="0" err="1">
                <a:latin typeface="+mj-lt"/>
              </a:rPr>
              <a:t>angesichts</a:t>
            </a:r>
            <a:r>
              <a:rPr lang="en-US" sz="1200" dirty="0">
                <a:latin typeface="+mj-lt"/>
              </a:rPr>
              <a:t> </a:t>
            </a:r>
            <a:r>
              <a:rPr lang="en-US" sz="1200" dirty="0" err="1">
                <a:latin typeface="+mj-lt"/>
              </a:rPr>
              <a:t>neuer</a:t>
            </a:r>
            <a:r>
              <a:rPr lang="en-US" sz="1200" dirty="0">
                <a:latin typeface="+mj-lt"/>
              </a:rPr>
              <a:t> </a:t>
            </a:r>
            <a:r>
              <a:rPr lang="en-US" sz="1200" dirty="0" err="1">
                <a:latin typeface="+mj-lt"/>
              </a:rPr>
              <a:t>Infektionszahlen</a:t>
            </a:r>
            <a:r>
              <a:rPr lang="en-US" sz="1200" dirty="0">
                <a:latin typeface="+mj-lt"/>
              </a:rPr>
              <a:t> – </a:t>
            </a:r>
            <a:r>
              <a:rPr lang="en-US" sz="1200" dirty="0" err="1">
                <a:latin typeface="+mj-lt"/>
              </a:rPr>
              <a:t>ist</a:t>
            </a:r>
            <a:r>
              <a:rPr lang="en-US" sz="1200" dirty="0">
                <a:latin typeface="+mj-lt"/>
              </a:rPr>
              <a:t> </a:t>
            </a:r>
            <a:r>
              <a:rPr lang="en-US" sz="1200" dirty="0" err="1">
                <a:latin typeface="+mj-lt"/>
              </a:rPr>
              <a:t>historisch</a:t>
            </a:r>
            <a:r>
              <a:rPr lang="en-US" sz="1200" dirty="0">
                <a:latin typeface="+mj-lt"/>
              </a:rPr>
              <a:t>. Es </a:t>
            </a:r>
            <a:r>
              <a:rPr lang="en-US" sz="1200" dirty="0" err="1">
                <a:latin typeface="+mj-lt"/>
              </a:rPr>
              <a:t>ist</a:t>
            </a:r>
            <a:r>
              <a:rPr lang="en-US" sz="1200" dirty="0">
                <a:latin typeface="+mj-lt"/>
              </a:rPr>
              <a:t> </a:t>
            </a:r>
            <a:r>
              <a:rPr lang="en-US" sz="1200" dirty="0" err="1">
                <a:latin typeface="+mj-lt"/>
              </a:rPr>
              <a:t>allerdings</a:t>
            </a:r>
            <a:r>
              <a:rPr lang="en-US" sz="1200" dirty="0">
                <a:latin typeface="+mj-lt"/>
              </a:rPr>
              <a:t> </a:t>
            </a:r>
            <a:r>
              <a:rPr lang="en-US" sz="1200" dirty="0" err="1">
                <a:latin typeface="+mj-lt"/>
              </a:rPr>
              <a:t>eine</a:t>
            </a:r>
            <a:r>
              <a:rPr lang="en-US" sz="1200" dirty="0">
                <a:latin typeface="+mj-lt"/>
              </a:rPr>
              <a:t> </a:t>
            </a:r>
            <a:r>
              <a:rPr lang="en-US" sz="1200" dirty="0" err="1">
                <a:latin typeface="+mj-lt"/>
              </a:rPr>
              <a:t>Krise</a:t>
            </a:r>
            <a:r>
              <a:rPr lang="en-US" sz="1200" dirty="0">
                <a:latin typeface="+mj-lt"/>
              </a:rPr>
              <a:t>, die </a:t>
            </a:r>
            <a:r>
              <a:rPr lang="en-US" sz="1200" dirty="0" err="1">
                <a:latin typeface="+mj-lt"/>
              </a:rPr>
              <a:t>die</a:t>
            </a:r>
            <a:r>
              <a:rPr lang="en-US" sz="1200" dirty="0">
                <a:latin typeface="+mj-lt"/>
              </a:rPr>
              <a:t> </a:t>
            </a:r>
            <a:r>
              <a:rPr lang="en-US" sz="1200" dirty="0" err="1">
                <a:latin typeface="+mj-lt"/>
              </a:rPr>
              <a:t>gesamte</a:t>
            </a:r>
            <a:r>
              <a:rPr lang="en-US" sz="1200" dirty="0">
                <a:latin typeface="+mj-lt"/>
              </a:rPr>
              <a:t> Welt </a:t>
            </a:r>
            <a:r>
              <a:rPr lang="en-US" sz="1200" dirty="0" err="1">
                <a:latin typeface="+mj-lt"/>
              </a:rPr>
              <a:t>erfasst</a:t>
            </a:r>
            <a:r>
              <a:rPr lang="en-US" sz="1200" dirty="0">
                <a:latin typeface="+mj-lt"/>
              </a:rPr>
              <a:t> hat, und in </a:t>
            </a:r>
            <a:r>
              <a:rPr lang="en-US" sz="1200" dirty="0" err="1">
                <a:latin typeface="+mj-lt"/>
              </a:rPr>
              <a:t>vielen</a:t>
            </a:r>
            <a:r>
              <a:rPr lang="en-US" sz="1200" dirty="0">
                <a:latin typeface="+mj-lt"/>
              </a:rPr>
              <a:t> </a:t>
            </a:r>
            <a:r>
              <a:rPr lang="en-US" sz="1200" dirty="0" err="1">
                <a:latin typeface="+mj-lt"/>
              </a:rPr>
              <a:t>Ländern</a:t>
            </a:r>
            <a:r>
              <a:rPr lang="en-US" sz="1200" dirty="0">
                <a:latin typeface="+mj-lt"/>
              </a:rPr>
              <a:t> </a:t>
            </a:r>
            <a:r>
              <a:rPr lang="en-US" sz="1200" dirty="0" err="1">
                <a:latin typeface="+mj-lt"/>
              </a:rPr>
              <a:t>ist</a:t>
            </a:r>
            <a:r>
              <a:rPr lang="en-US" sz="1200" dirty="0">
                <a:latin typeface="+mj-lt"/>
              </a:rPr>
              <a:t> </a:t>
            </a:r>
            <a:r>
              <a:rPr lang="en-US" sz="1200" dirty="0" err="1">
                <a:latin typeface="+mj-lt"/>
              </a:rPr>
              <a:t>aus</a:t>
            </a:r>
            <a:r>
              <a:rPr lang="en-US" sz="1200" dirty="0">
                <a:latin typeface="+mj-lt"/>
              </a:rPr>
              <a:t> </a:t>
            </a:r>
            <a:r>
              <a:rPr lang="en-US" sz="1200" dirty="0" err="1">
                <a:latin typeface="+mj-lt"/>
              </a:rPr>
              <a:t>dieser</a:t>
            </a:r>
            <a:r>
              <a:rPr lang="en-US" sz="1200" dirty="0">
                <a:latin typeface="+mj-lt"/>
              </a:rPr>
              <a:t> </a:t>
            </a:r>
            <a:r>
              <a:rPr lang="en-US" sz="1200" dirty="0" err="1">
                <a:latin typeface="+mj-lt"/>
              </a:rPr>
              <a:t>Gesundheitskrise</a:t>
            </a:r>
            <a:r>
              <a:rPr lang="en-US" sz="1200" dirty="0">
                <a:latin typeface="+mj-lt"/>
              </a:rPr>
              <a:t> </a:t>
            </a:r>
            <a:r>
              <a:rPr lang="en-US" sz="1200" dirty="0" err="1">
                <a:latin typeface="+mj-lt"/>
              </a:rPr>
              <a:t>längst</a:t>
            </a:r>
            <a:r>
              <a:rPr lang="en-US" sz="1200" dirty="0">
                <a:latin typeface="+mj-lt"/>
              </a:rPr>
              <a:t> </a:t>
            </a:r>
            <a:r>
              <a:rPr lang="en-US" sz="1200" dirty="0" err="1">
                <a:latin typeface="+mj-lt"/>
              </a:rPr>
              <a:t>mehr</a:t>
            </a:r>
            <a:r>
              <a:rPr lang="en-US" sz="1200" dirty="0">
                <a:latin typeface="+mj-lt"/>
              </a:rPr>
              <a:t> </a:t>
            </a:r>
            <a:r>
              <a:rPr lang="en-US" sz="1200" dirty="0" err="1">
                <a:latin typeface="+mj-lt"/>
              </a:rPr>
              <a:t>geworden</a:t>
            </a:r>
            <a:r>
              <a:rPr lang="en-US" sz="1200" dirty="0">
                <a:latin typeface="+mj-lt"/>
              </a:rPr>
              <a:t>, </a:t>
            </a:r>
            <a:r>
              <a:rPr lang="en-US" sz="1200" dirty="0" err="1">
                <a:latin typeface="+mj-lt"/>
              </a:rPr>
              <a:t>nämlich</a:t>
            </a:r>
            <a:r>
              <a:rPr lang="en-US" sz="1200" dirty="0">
                <a:latin typeface="+mj-lt"/>
              </a:rPr>
              <a:t> </a:t>
            </a:r>
            <a:r>
              <a:rPr lang="en-US" sz="1200" dirty="0" err="1">
                <a:latin typeface="+mj-lt"/>
              </a:rPr>
              <a:t>eine</a:t>
            </a:r>
            <a:r>
              <a:rPr lang="en-US" sz="1200" dirty="0">
                <a:latin typeface="+mj-lt"/>
              </a:rPr>
              <a:t> </a:t>
            </a:r>
            <a:r>
              <a:rPr lang="en-US" sz="1200" dirty="0" err="1">
                <a:latin typeface="+mj-lt"/>
              </a:rPr>
              <a:t>dramatische</a:t>
            </a:r>
            <a:r>
              <a:rPr lang="en-US" sz="1200" dirty="0">
                <a:latin typeface="+mj-lt"/>
              </a:rPr>
              <a:t> </a:t>
            </a:r>
            <a:r>
              <a:rPr lang="en-US" sz="1200" dirty="0" err="1">
                <a:latin typeface="+mj-lt"/>
              </a:rPr>
              <a:t>soziale</a:t>
            </a:r>
            <a:r>
              <a:rPr lang="en-US" sz="1200" dirty="0">
                <a:latin typeface="+mj-lt"/>
              </a:rPr>
              <a:t> </a:t>
            </a:r>
            <a:r>
              <a:rPr lang="en-US" sz="1200" dirty="0" err="1">
                <a:latin typeface="+mj-lt"/>
              </a:rPr>
              <a:t>Krise</a:t>
            </a:r>
            <a:r>
              <a:rPr lang="en-US" sz="1200" dirty="0">
                <a:latin typeface="+mj-lt"/>
              </a:rPr>
              <a:t> </a:t>
            </a:r>
            <a:r>
              <a:rPr lang="en-US" sz="1200" dirty="0" err="1">
                <a:latin typeface="+mj-lt"/>
              </a:rPr>
              <a:t>mit</a:t>
            </a:r>
            <a:r>
              <a:rPr lang="en-US" sz="1200" dirty="0">
                <a:latin typeface="+mj-lt"/>
              </a:rPr>
              <a:t> </a:t>
            </a:r>
            <a:r>
              <a:rPr lang="en-US" sz="1200" dirty="0" err="1">
                <a:latin typeface="+mj-lt"/>
              </a:rPr>
              <a:t>Massenarbeitslosigkeit</a:t>
            </a:r>
            <a:r>
              <a:rPr lang="en-US" sz="1200" dirty="0">
                <a:latin typeface="+mj-lt"/>
              </a:rPr>
              <a:t>, </a:t>
            </a:r>
            <a:r>
              <a:rPr lang="en-US" sz="1200" dirty="0" err="1">
                <a:latin typeface="+mj-lt"/>
              </a:rPr>
              <a:t>mit</a:t>
            </a:r>
            <a:r>
              <a:rPr lang="en-US" sz="1200" dirty="0">
                <a:latin typeface="+mj-lt"/>
              </a:rPr>
              <a:t> Hunger, </a:t>
            </a:r>
            <a:r>
              <a:rPr lang="en-US" sz="1200" dirty="0" err="1">
                <a:latin typeface="+mj-lt"/>
              </a:rPr>
              <a:t>mit</a:t>
            </a:r>
            <a:r>
              <a:rPr lang="en-US" sz="1200" dirty="0">
                <a:latin typeface="+mj-lt"/>
              </a:rPr>
              <a:t> </a:t>
            </a:r>
            <a:r>
              <a:rPr lang="en-US" sz="1200" dirty="0" err="1">
                <a:latin typeface="+mj-lt"/>
              </a:rPr>
              <a:t>Obdachlosigkeit</a:t>
            </a:r>
            <a:r>
              <a:rPr lang="en-US" sz="1200" dirty="0">
                <a:latin typeface="+mj-lt"/>
              </a:rPr>
              <a:t>, und das </a:t>
            </a:r>
            <a:r>
              <a:rPr lang="en-US" sz="1200" dirty="0" err="1">
                <a:latin typeface="+mj-lt"/>
              </a:rPr>
              <a:t>auch</a:t>
            </a:r>
            <a:r>
              <a:rPr lang="en-US" sz="1200" dirty="0">
                <a:latin typeface="+mj-lt"/>
              </a:rPr>
              <a:t> in </a:t>
            </a:r>
            <a:r>
              <a:rPr lang="en-US" sz="1200" dirty="0" err="1">
                <a:latin typeface="+mj-lt"/>
              </a:rPr>
              <a:t>entwickelten</a:t>
            </a:r>
            <a:r>
              <a:rPr lang="en-US" sz="1200" dirty="0">
                <a:latin typeface="+mj-lt"/>
              </a:rPr>
              <a:t> </a:t>
            </a:r>
            <a:r>
              <a:rPr lang="en-US" sz="1200" dirty="0" err="1">
                <a:latin typeface="+mj-lt"/>
              </a:rPr>
              <a:t>Industriestaaten</a:t>
            </a:r>
            <a:r>
              <a:rPr lang="en-US" sz="1200" dirty="0">
                <a:latin typeface="+mj-lt"/>
              </a:rPr>
              <a:t>. In den USA </a:t>
            </a:r>
            <a:r>
              <a:rPr lang="en-US" sz="1200" dirty="0" err="1">
                <a:latin typeface="+mj-lt"/>
              </a:rPr>
              <a:t>beispielsweise</a:t>
            </a:r>
            <a:r>
              <a:rPr lang="en-US" sz="1200" dirty="0">
                <a:latin typeface="+mj-lt"/>
              </a:rPr>
              <a:t> lag die </a:t>
            </a:r>
            <a:r>
              <a:rPr lang="en-US" sz="1200" dirty="0" err="1">
                <a:latin typeface="+mj-lt"/>
              </a:rPr>
              <a:t>Arbeitslosigkeit</a:t>
            </a:r>
            <a:r>
              <a:rPr lang="en-US" sz="1200" dirty="0">
                <a:latin typeface="+mj-lt"/>
              </a:rPr>
              <a:t> in </a:t>
            </a:r>
            <a:r>
              <a:rPr lang="en-US" sz="1200" dirty="0" err="1">
                <a:latin typeface="+mj-lt"/>
              </a:rPr>
              <a:t>diesem</a:t>
            </a:r>
            <a:r>
              <a:rPr lang="en-US" sz="1200" dirty="0">
                <a:latin typeface="+mj-lt"/>
              </a:rPr>
              <a:t> </a:t>
            </a:r>
            <a:r>
              <a:rPr lang="en-US" sz="1200" dirty="0" err="1">
                <a:latin typeface="+mj-lt"/>
              </a:rPr>
              <a:t>Jahr</a:t>
            </a:r>
            <a:r>
              <a:rPr lang="en-US" sz="1200" dirty="0">
                <a:latin typeface="+mj-lt"/>
              </a:rPr>
              <a:t> </a:t>
            </a:r>
            <a:r>
              <a:rPr lang="en-US" sz="1200" dirty="0" err="1">
                <a:latin typeface="+mj-lt"/>
              </a:rPr>
              <a:t>streckenweise</a:t>
            </a:r>
            <a:r>
              <a:rPr lang="en-US" sz="1200" dirty="0">
                <a:latin typeface="+mj-lt"/>
              </a:rPr>
              <a:t> </a:t>
            </a:r>
            <a:r>
              <a:rPr lang="en-US" sz="1200" dirty="0" err="1">
                <a:latin typeface="+mj-lt"/>
              </a:rPr>
              <a:t>bei</a:t>
            </a:r>
            <a:r>
              <a:rPr lang="en-US" sz="1200" dirty="0">
                <a:latin typeface="+mj-lt"/>
              </a:rPr>
              <a:t> </a:t>
            </a:r>
            <a:r>
              <a:rPr lang="en-US" sz="1200" dirty="0" err="1">
                <a:latin typeface="+mj-lt"/>
              </a:rPr>
              <a:t>über</a:t>
            </a:r>
            <a:r>
              <a:rPr lang="en-US" sz="1200" dirty="0">
                <a:latin typeface="+mj-lt"/>
              </a:rPr>
              <a:t> 14 </a:t>
            </a:r>
            <a:r>
              <a:rPr lang="en-US" sz="1200" dirty="0" err="1">
                <a:latin typeface="+mj-lt"/>
              </a:rPr>
              <a:t>Prozent</a:t>
            </a:r>
            <a:r>
              <a:rPr lang="en-US" sz="1200" dirty="0">
                <a:latin typeface="+mj-lt"/>
              </a:rPr>
              <a:t>. </a:t>
            </a:r>
            <a:r>
              <a:rPr lang="en-US" sz="1200" dirty="0" err="1">
                <a:latin typeface="+mj-lt"/>
              </a:rPr>
              <a:t>Vor</a:t>
            </a:r>
            <a:r>
              <a:rPr lang="en-US" sz="1200" dirty="0">
                <a:latin typeface="+mj-lt"/>
              </a:rPr>
              <a:t> den Food Banks, den </a:t>
            </a:r>
            <a:r>
              <a:rPr lang="en-US" sz="1200" dirty="0" err="1">
                <a:latin typeface="+mj-lt"/>
              </a:rPr>
              <a:t>amerikanischen</a:t>
            </a:r>
            <a:r>
              <a:rPr lang="en-US" sz="1200" dirty="0">
                <a:latin typeface="+mj-lt"/>
              </a:rPr>
              <a:t> </a:t>
            </a:r>
            <a:r>
              <a:rPr lang="en-US" sz="1200" dirty="0" err="1">
                <a:latin typeface="+mj-lt"/>
              </a:rPr>
              <a:t>Suppenküchen</a:t>
            </a:r>
            <a:r>
              <a:rPr lang="en-US" sz="1200" dirty="0">
                <a:latin typeface="+mj-lt"/>
              </a:rPr>
              <a:t>, </a:t>
            </a:r>
            <a:r>
              <a:rPr lang="en-US" sz="1200" dirty="0" err="1">
                <a:latin typeface="+mj-lt"/>
              </a:rPr>
              <a:t>bildeten</a:t>
            </a:r>
            <a:r>
              <a:rPr lang="en-US" sz="1200" dirty="0">
                <a:latin typeface="+mj-lt"/>
              </a:rPr>
              <a:t> </a:t>
            </a:r>
            <a:r>
              <a:rPr lang="en-US" sz="1200" dirty="0" err="1">
                <a:latin typeface="+mj-lt"/>
              </a:rPr>
              <a:t>sich</a:t>
            </a:r>
            <a:r>
              <a:rPr lang="en-US" sz="1200" dirty="0">
                <a:latin typeface="+mj-lt"/>
              </a:rPr>
              <a:t> </a:t>
            </a:r>
            <a:r>
              <a:rPr lang="en-US" sz="1200" dirty="0" err="1">
                <a:latin typeface="+mj-lt"/>
              </a:rPr>
              <a:t>teilweise</a:t>
            </a:r>
            <a:r>
              <a:rPr lang="en-US" sz="1200" dirty="0">
                <a:latin typeface="+mj-lt"/>
              </a:rPr>
              <a:t> </a:t>
            </a:r>
            <a:r>
              <a:rPr lang="en-US" sz="1200" dirty="0" err="1">
                <a:latin typeface="+mj-lt"/>
              </a:rPr>
              <a:t>kilometerlange</a:t>
            </a:r>
            <a:r>
              <a:rPr lang="en-US" sz="1200" dirty="0">
                <a:latin typeface="+mj-lt"/>
              </a:rPr>
              <a:t> </a:t>
            </a:r>
            <a:r>
              <a:rPr lang="en-US" sz="1200" dirty="0" err="1">
                <a:latin typeface="+mj-lt"/>
              </a:rPr>
              <a:t>Autoschlangen</a:t>
            </a:r>
            <a:r>
              <a:rPr lang="en-US" sz="1200" dirty="0">
                <a:latin typeface="+mj-lt"/>
              </a:rPr>
              <a:t> – auf der </a:t>
            </a:r>
            <a:r>
              <a:rPr lang="en-US" sz="1200" dirty="0" err="1">
                <a:latin typeface="+mj-lt"/>
              </a:rPr>
              <a:t>Suche</a:t>
            </a:r>
            <a:r>
              <a:rPr lang="en-US" sz="1200" dirty="0">
                <a:latin typeface="+mj-lt"/>
              </a:rPr>
              <a:t> </a:t>
            </a:r>
            <a:r>
              <a:rPr lang="en-US" sz="1200" dirty="0" err="1">
                <a:latin typeface="+mj-lt"/>
              </a:rPr>
              <a:t>nach</a:t>
            </a:r>
            <a:r>
              <a:rPr lang="en-US" sz="1200" dirty="0">
                <a:latin typeface="+mj-lt"/>
              </a:rPr>
              <a:t> </a:t>
            </a:r>
            <a:r>
              <a:rPr lang="en-US" sz="1200" dirty="0" err="1">
                <a:latin typeface="+mj-lt"/>
              </a:rPr>
              <a:t>Lebensmitteln</a:t>
            </a:r>
            <a:r>
              <a:rPr lang="en-US" sz="1200" dirty="0">
                <a:latin typeface="+mj-lt"/>
              </a:rPr>
              <a:t>. </a:t>
            </a:r>
            <a:r>
              <a:rPr lang="en-US" sz="1200" dirty="0" err="1">
                <a:latin typeface="+mj-lt"/>
              </a:rPr>
              <a:t>Übrigens</a:t>
            </a:r>
            <a:r>
              <a:rPr lang="en-US" sz="1200" dirty="0">
                <a:latin typeface="+mj-lt"/>
              </a:rPr>
              <a:t>, </a:t>
            </a:r>
            <a:r>
              <a:rPr lang="en-US" sz="1200" dirty="0" err="1">
                <a:latin typeface="+mj-lt"/>
              </a:rPr>
              <a:t>auch</a:t>
            </a:r>
            <a:r>
              <a:rPr lang="en-US" sz="1200" dirty="0">
                <a:latin typeface="+mj-lt"/>
              </a:rPr>
              <a:t> das </a:t>
            </a:r>
            <a:r>
              <a:rPr lang="en-US" sz="1200" dirty="0" err="1">
                <a:latin typeface="+mj-lt"/>
              </a:rPr>
              <a:t>ist</a:t>
            </a:r>
            <a:r>
              <a:rPr lang="en-US" sz="1200" dirty="0">
                <a:latin typeface="+mj-lt"/>
              </a:rPr>
              <a:t> </a:t>
            </a:r>
            <a:r>
              <a:rPr lang="en-US" sz="1200" dirty="0" err="1">
                <a:latin typeface="+mj-lt"/>
              </a:rPr>
              <a:t>ein</a:t>
            </a:r>
            <a:r>
              <a:rPr lang="en-US" sz="1200" dirty="0">
                <a:latin typeface="+mj-lt"/>
              </a:rPr>
              <a:t> </a:t>
            </a:r>
            <a:r>
              <a:rPr lang="en-US" sz="1200" dirty="0" err="1">
                <a:latin typeface="+mj-lt"/>
              </a:rPr>
              <a:t>Grund</a:t>
            </a:r>
            <a:r>
              <a:rPr lang="en-US" sz="1200" dirty="0">
                <a:latin typeface="+mj-lt"/>
              </a:rPr>
              <a:t>, </a:t>
            </a:r>
            <a:r>
              <a:rPr lang="en-US" sz="1200" dirty="0" err="1">
                <a:latin typeface="+mj-lt"/>
              </a:rPr>
              <a:t>warum</a:t>
            </a:r>
            <a:r>
              <a:rPr lang="en-US" sz="1200" dirty="0">
                <a:latin typeface="+mj-lt"/>
              </a:rPr>
              <a:t> es gut </a:t>
            </a:r>
            <a:r>
              <a:rPr lang="en-US" sz="1200" dirty="0" err="1">
                <a:latin typeface="+mj-lt"/>
              </a:rPr>
              <a:t>ist</a:t>
            </a:r>
            <a:r>
              <a:rPr lang="en-US" sz="1200" dirty="0">
                <a:latin typeface="+mj-lt"/>
              </a:rPr>
              <a:t>, </a:t>
            </a:r>
            <a:r>
              <a:rPr lang="en-US" sz="1200" dirty="0" err="1">
                <a:latin typeface="+mj-lt"/>
              </a:rPr>
              <a:t>dass</a:t>
            </a:r>
            <a:r>
              <a:rPr lang="en-US" sz="1200" dirty="0">
                <a:latin typeface="+mj-lt"/>
              </a:rPr>
              <a:t> – </a:t>
            </a:r>
            <a:r>
              <a:rPr lang="en-US" sz="1200" dirty="0" err="1">
                <a:latin typeface="+mj-lt"/>
              </a:rPr>
              <a:t>hoffentlich</a:t>
            </a:r>
            <a:r>
              <a:rPr lang="en-US" sz="1200" dirty="0">
                <a:latin typeface="+mj-lt"/>
              </a:rPr>
              <a:t> – </a:t>
            </a:r>
            <a:r>
              <a:rPr lang="en-US" sz="1200" dirty="0" err="1">
                <a:latin typeface="+mj-lt"/>
              </a:rPr>
              <a:t>jetzt</a:t>
            </a:r>
            <a:r>
              <a:rPr lang="en-US" sz="1200" dirty="0">
                <a:latin typeface="+mj-lt"/>
              </a:rPr>
              <a:t> </a:t>
            </a:r>
            <a:r>
              <a:rPr lang="en-US" sz="1200" dirty="0" err="1">
                <a:latin typeface="+mj-lt"/>
              </a:rPr>
              <a:t>ein</a:t>
            </a:r>
            <a:r>
              <a:rPr lang="en-US" sz="1200" dirty="0">
                <a:latin typeface="+mj-lt"/>
              </a:rPr>
              <a:t> </a:t>
            </a:r>
            <a:r>
              <a:rPr lang="en-US" sz="1200" dirty="0" err="1">
                <a:latin typeface="+mj-lt"/>
              </a:rPr>
              <a:t>amerikanischer</a:t>
            </a:r>
            <a:r>
              <a:rPr lang="en-US" sz="1200" dirty="0">
                <a:latin typeface="+mj-lt"/>
              </a:rPr>
              <a:t> </a:t>
            </a:r>
            <a:r>
              <a:rPr lang="en-US" sz="1200" dirty="0" err="1">
                <a:latin typeface="+mj-lt"/>
              </a:rPr>
              <a:t>Präsident</a:t>
            </a:r>
            <a:r>
              <a:rPr lang="en-US" sz="1200" dirty="0">
                <a:latin typeface="+mj-lt"/>
              </a:rPr>
              <a:t> ins </a:t>
            </a:r>
            <a:r>
              <a:rPr lang="en-US" sz="1200" dirty="0" err="1">
                <a:latin typeface="+mj-lt"/>
              </a:rPr>
              <a:t>Weiße</a:t>
            </a:r>
            <a:r>
              <a:rPr lang="en-US" sz="1200" dirty="0">
                <a:latin typeface="+mj-lt"/>
              </a:rPr>
              <a:t> Haus </a:t>
            </a:r>
            <a:r>
              <a:rPr lang="en-US" sz="1200" dirty="0" err="1">
                <a:latin typeface="+mj-lt"/>
              </a:rPr>
              <a:t>einzieht</a:t>
            </a:r>
            <a:r>
              <a:rPr lang="en-US" sz="1200" dirty="0">
                <a:latin typeface="+mj-lt"/>
              </a:rPr>
              <a:t>, der </a:t>
            </a:r>
            <a:r>
              <a:rPr lang="en-US" sz="1200" dirty="0" err="1">
                <a:latin typeface="+mj-lt"/>
              </a:rPr>
              <a:t>ein</a:t>
            </a:r>
            <a:r>
              <a:rPr lang="en-US" sz="1200" dirty="0">
                <a:latin typeface="+mj-lt"/>
              </a:rPr>
              <a:t> </a:t>
            </a:r>
            <a:r>
              <a:rPr lang="en-US" sz="1200" dirty="0" err="1">
                <a:latin typeface="+mj-lt"/>
              </a:rPr>
              <a:t>soziales</a:t>
            </a:r>
            <a:r>
              <a:rPr lang="en-US" sz="1200" dirty="0">
                <a:latin typeface="+mj-lt"/>
              </a:rPr>
              <a:t> </a:t>
            </a:r>
            <a:r>
              <a:rPr lang="en-US" sz="1200" dirty="0" err="1">
                <a:latin typeface="+mj-lt"/>
              </a:rPr>
              <a:t>Gespür</a:t>
            </a:r>
            <a:r>
              <a:rPr lang="en-US" sz="1200" dirty="0">
                <a:latin typeface="+mj-lt"/>
              </a:rPr>
              <a:t> hat.",</a:t>
            </a:r>
          </a:p>
          <a:p>
            <a:r>
              <a:rPr lang="en-US" sz="1200" dirty="0">
                <a:latin typeface="+mj-lt"/>
              </a:rPr>
              <a:t>    "(</a:t>
            </a:r>
            <a:r>
              <a:rPr lang="en-US" sz="1200" dirty="0" err="1">
                <a:latin typeface="+mj-lt"/>
              </a:rPr>
              <a:t>Beifall</a:t>
            </a:r>
            <a:r>
              <a:rPr lang="en-US" sz="1200" dirty="0">
                <a:latin typeface="+mj-lt"/>
              </a:rPr>
              <a:t> </a:t>
            </a:r>
            <a:r>
              <a:rPr lang="en-US" sz="1200" dirty="0" err="1">
                <a:latin typeface="+mj-lt"/>
              </a:rPr>
              <a:t>bei</a:t>
            </a:r>
            <a:r>
              <a:rPr lang="en-US" sz="1200" dirty="0">
                <a:latin typeface="+mj-lt"/>
              </a:rPr>
              <a:t> der SPD und der CDU/CSU </a:t>
            </a:r>
            <a:r>
              <a:rPr lang="en-US" sz="1200" dirty="0" err="1">
                <a:latin typeface="+mj-lt"/>
              </a:rPr>
              <a:t>sowie</a:t>
            </a:r>
            <a:r>
              <a:rPr lang="en-US" sz="1200" dirty="0">
                <a:latin typeface="+mj-lt"/>
              </a:rPr>
              <a:t> des </a:t>
            </a:r>
            <a:r>
              <a:rPr lang="en-US" sz="1200" dirty="0" err="1">
                <a:latin typeface="+mj-lt"/>
              </a:rPr>
              <a:t>Abg</a:t>
            </a:r>
            <a:r>
              <a:rPr lang="en-US" sz="1200" dirty="0">
                <a:latin typeface="+mj-lt"/>
              </a:rPr>
              <a:t>. Johannes Vogel [Olpe] [FDP])",</a:t>
            </a:r>
          </a:p>
          <a:p>
            <a:r>
              <a:rPr lang="en-US" sz="1200" dirty="0">
                <a:latin typeface="+mj-lt"/>
              </a:rPr>
              <a:t>    "</a:t>
            </a:r>
            <a:r>
              <a:rPr lang="en-US" sz="1200" dirty="0" err="1">
                <a:latin typeface="+mj-lt"/>
              </a:rPr>
              <a:t>Meine</a:t>
            </a:r>
            <a:r>
              <a:rPr lang="en-US" sz="1200" dirty="0">
                <a:latin typeface="+mj-lt"/>
              </a:rPr>
              <a:t> Damen und Herren, </a:t>
            </a:r>
            <a:r>
              <a:rPr lang="en-US" sz="1200" dirty="0" err="1">
                <a:latin typeface="+mj-lt"/>
              </a:rPr>
              <a:t>auch</a:t>
            </a:r>
            <a:r>
              <a:rPr lang="en-US" sz="1200" dirty="0">
                <a:latin typeface="+mj-lt"/>
              </a:rPr>
              <a:t> </a:t>
            </a:r>
            <a:r>
              <a:rPr lang="en-US" sz="1200" dirty="0" err="1">
                <a:latin typeface="+mj-lt"/>
              </a:rPr>
              <a:t>bei</a:t>
            </a:r>
            <a:r>
              <a:rPr lang="en-US" sz="1200" dirty="0">
                <a:latin typeface="+mj-lt"/>
              </a:rPr>
              <a:t> </a:t>
            </a:r>
            <a:r>
              <a:rPr lang="en-US" sz="1200" dirty="0" err="1">
                <a:latin typeface="+mj-lt"/>
              </a:rPr>
              <a:t>uns</a:t>
            </a:r>
            <a:r>
              <a:rPr lang="en-US" sz="1200" dirty="0">
                <a:latin typeface="+mj-lt"/>
              </a:rPr>
              <a:t> hat die </a:t>
            </a:r>
            <a:r>
              <a:rPr lang="en-US" sz="1200" dirty="0" err="1">
                <a:latin typeface="+mj-lt"/>
              </a:rPr>
              <a:t>Pandemie</a:t>
            </a:r>
            <a:r>
              <a:rPr lang="en-US" sz="1200" dirty="0">
                <a:latin typeface="+mj-lt"/>
              </a:rPr>
              <a:t> </a:t>
            </a:r>
            <a:r>
              <a:rPr lang="en-US" sz="1200" dirty="0" err="1">
                <a:latin typeface="+mj-lt"/>
              </a:rPr>
              <a:t>unsere</a:t>
            </a:r>
            <a:r>
              <a:rPr lang="en-US" sz="1200" dirty="0">
                <a:latin typeface="+mj-lt"/>
              </a:rPr>
              <a:t> </a:t>
            </a:r>
            <a:r>
              <a:rPr lang="en-US" sz="1200" dirty="0" err="1">
                <a:latin typeface="+mj-lt"/>
              </a:rPr>
              <a:t>Wirtschaft</a:t>
            </a:r>
            <a:r>
              <a:rPr lang="en-US" sz="1200" dirty="0">
                <a:latin typeface="+mj-lt"/>
              </a:rPr>
              <a:t> </a:t>
            </a:r>
            <a:r>
              <a:rPr lang="en-US" sz="1200" dirty="0" err="1">
                <a:latin typeface="+mj-lt"/>
              </a:rPr>
              <a:t>schwer</a:t>
            </a:r>
            <a:r>
              <a:rPr lang="en-US" sz="1200" dirty="0">
                <a:latin typeface="+mj-lt"/>
              </a:rPr>
              <a:t> </a:t>
            </a:r>
            <a:r>
              <a:rPr lang="en-US" sz="1200" dirty="0" err="1">
                <a:latin typeface="+mj-lt"/>
              </a:rPr>
              <a:t>erschüttert</a:t>
            </a:r>
            <a:r>
              <a:rPr lang="en-US" sz="1200" dirty="0">
                <a:latin typeface="+mj-lt"/>
              </a:rPr>
              <a:t>. </a:t>
            </a:r>
            <a:r>
              <a:rPr lang="en-US" sz="1200" dirty="0" err="1">
                <a:latin typeface="+mj-lt"/>
              </a:rPr>
              <a:t>Trotz</a:t>
            </a:r>
            <a:r>
              <a:rPr lang="en-US" sz="1200" dirty="0">
                <a:latin typeface="+mj-lt"/>
              </a:rPr>
              <a:t> </a:t>
            </a:r>
            <a:r>
              <a:rPr lang="en-US" sz="1200" dirty="0" err="1">
                <a:latin typeface="+mj-lt"/>
              </a:rPr>
              <a:t>dieser</a:t>
            </a:r>
            <a:r>
              <a:rPr lang="en-US" sz="1200" dirty="0">
                <a:latin typeface="+mj-lt"/>
              </a:rPr>
              <a:t> </a:t>
            </a:r>
            <a:r>
              <a:rPr lang="en-US" sz="1200" dirty="0" err="1">
                <a:latin typeface="+mj-lt"/>
              </a:rPr>
              <a:t>massiven</a:t>
            </a:r>
            <a:r>
              <a:rPr lang="en-US" sz="1200" dirty="0">
                <a:latin typeface="+mj-lt"/>
              </a:rPr>
              <a:t> </a:t>
            </a:r>
            <a:r>
              <a:rPr lang="en-US" sz="1200" dirty="0" err="1">
                <a:latin typeface="+mj-lt"/>
              </a:rPr>
              <a:t>wirtschaftlichen</a:t>
            </a:r>
            <a:r>
              <a:rPr lang="en-US" sz="1200" dirty="0">
                <a:latin typeface="+mj-lt"/>
              </a:rPr>
              <a:t> </a:t>
            </a:r>
            <a:r>
              <a:rPr lang="en-US" sz="1200" dirty="0" err="1">
                <a:latin typeface="+mj-lt"/>
              </a:rPr>
              <a:t>Erschütterung</a:t>
            </a:r>
            <a:r>
              <a:rPr lang="en-US" sz="1200" dirty="0">
                <a:latin typeface="+mj-lt"/>
              </a:rPr>
              <a:t> </a:t>
            </a:r>
            <a:r>
              <a:rPr lang="en-US" sz="1200" dirty="0" err="1">
                <a:latin typeface="+mj-lt"/>
              </a:rPr>
              <a:t>ist</a:t>
            </a:r>
            <a:r>
              <a:rPr lang="en-US" sz="1200" dirty="0">
                <a:latin typeface="+mj-lt"/>
              </a:rPr>
              <a:t> in Deutschland </a:t>
            </a:r>
            <a:r>
              <a:rPr lang="en-US" sz="1200" dirty="0" err="1">
                <a:latin typeface="+mj-lt"/>
              </a:rPr>
              <a:t>aus</a:t>
            </a:r>
            <a:r>
              <a:rPr lang="en-US" sz="1200" dirty="0">
                <a:latin typeface="+mj-lt"/>
              </a:rPr>
              <a:t> </a:t>
            </a:r>
            <a:r>
              <a:rPr lang="en-US" sz="1200" dirty="0" err="1">
                <a:latin typeface="+mj-lt"/>
              </a:rPr>
              <a:t>dieser</a:t>
            </a:r>
            <a:r>
              <a:rPr lang="en-US" sz="1200" dirty="0">
                <a:latin typeface="+mj-lt"/>
              </a:rPr>
              <a:t> </a:t>
            </a:r>
            <a:r>
              <a:rPr lang="en-US" sz="1200" dirty="0" err="1">
                <a:latin typeface="+mj-lt"/>
              </a:rPr>
              <a:t>Pandemie</a:t>
            </a:r>
            <a:r>
              <a:rPr lang="en-US" sz="1200" dirty="0">
                <a:latin typeface="+mj-lt"/>
              </a:rPr>
              <a:t> </a:t>
            </a:r>
            <a:r>
              <a:rPr lang="en-US" sz="1200" dirty="0" err="1">
                <a:latin typeface="+mj-lt"/>
              </a:rPr>
              <a:t>kein</a:t>
            </a:r>
            <a:r>
              <a:rPr lang="en-US" sz="1200" dirty="0">
                <a:latin typeface="+mj-lt"/>
              </a:rPr>
              <a:t> </a:t>
            </a:r>
            <a:r>
              <a:rPr lang="en-US" sz="1200" dirty="0" err="1">
                <a:latin typeface="+mj-lt"/>
              </a:rPr>
              <a:t>soziales</a:t>
            </a:r>
            <a:r>
              <a:rPr lang="en-US" sz="1200" dirty="0">
                <a:latin typeface="+mj-lt"/>
              </a:rPr>
              <a:t> </a:t>
            </a:r>
            <a:r>
              <a:rPr lang="en-US" sz="1200" dirty="0" err="1">
                <a:latin typeface="+mj-lt"/>
              </a:rPr>
              <a:t>Erdbeben</a:t>
            </a:r>
            <a:r>
              <a:rPr lang="en-US" sz="1200" dirty="0">
                <a:latin typeface="+mj-lt"/>
              </a:rPr>
              <a:t> </a:t>
            </a:r>
            <a:r>
              <a:rPr lang="en-US" sz="1200" dirty="0" err="1">
                <a:latin typeface="+mj-lt"/>
              </a:rPr>
              <a:t>geworden</a:t>
            </a:r>
            <a:r>
              <a:rPr lang="en-US" sz="1200" dirty="0">
                <a:latin typeface="+mj-lt"/>
              </a:rPr>
              <a:t>.",</a:t>
            </a:r>
          </a:p>
          <a:p>
            <a:r>
              <a:rPr lang="en-US" sz="1200" dirty="0">
                <a:latin typeface="+mj-lt"/>
              </a:rPr>
              <a:t>    "(</a:t>
            </a:r>
            <a:r>
              <a:rPr lang="en-US" sz="1200" dirty="0" err="1">
                <a:latin typeface="+mj-lt"/>
              </a:rPr>
              <a:t>Zuruf</a:t>
            </a:r>
            <a:r>
              <a:rPr lang="en-US" sz="1200" dirty="0">
                <a:latin typeface="+mj-lt"/>
              </a:rPr>
              <a:t> von der </a:t>
            </a:r>
            <a:r>
              <a:rPr lang="en-US" sz="1200" dirty="0" err="1">
                <a:latin typeface="+mj-lt"/>
              </a:rPr>
              <a:t>AfD</a:t>
            </a:r>
            <a:r>
              <a:rPr lang="en-US" sz="1200" dirty="0">
                <a:latin typeface="+mj-lt"/>
              </a:rPr>
              <a:t>]: Noch </a:t>
            </a:r>
            <a:r>
              <a:rPr lang="en-US" sz="1200" dirty="0" err="1">
                <a:latin typeface="+mj-lt"/>
              </a:rPr>
              <a:t>nicht</a:t>
            </a:r>
            <a:r>
              <a:rPr lang="en-US" sz="1200" dirty="0">
                <a:latin typeface="+mj-lt"/>
              </a:rPr>
              <a:t>!)“</a:t>
            </a:r>
          </a:p>
          <a:p>
            <a:r>
              <a:rPr lang="en-US" sz="1200" dirty="0">
                <a:latin typeface="+mj-lt"/>
              </a:rPr>
              <a:t>]</a:t>
            </a:r>
          </a:p>
        </p:txBody>
      </p:sp>
      <p:sp>
        <p:nvSpPr>
          <p:cNvPr id="16" name="Rectangle 2">
            <a:extLst>
              <a:ext uri="{FF2B5EF4-FFF2-40B4-BE49-F238E27FC236}">
                <a16:creationId xmlns:a16="http://schemas.microsoft.com/office/drawing/2014/main" id="{A2E67DA8-45B2-A503-450C-7E84D42850B6}"/>
              </a:ext>
            </a:extLst>
          </p:cNvPr>
          <p:cNvSpPr>
            <a:spLocks noChangeArrowheads="1"/>
          </p:cNvSpPr>
          <p:nvPr/>
        </p:nvSpPr>
        <p:spPr bwMode="auto">
          <a:xfrm>
            <a:off x="6694937" y="2050224"/>
            <a:ext cx="4792579" cy="443198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mj-lt"/>
              </a:rPr>
              <a:t>Predicted </a:t>
            </a:r>
            <a:r>
              <a:rPr kumimoji="0" lang="en-US" altLang="en-US" sz="1200" b="0" i="0" u="none" strike="noStrike" cap="none" normalizeH="0" baseline="0" dirty="0" err="1">
                <a:ln>
                  <a:noFill/>
                </a:ln>
                <a:solidFill>
                  <a:srgbClr val="000000"/>
                </a:solidFill>
                <a:effectLst/>
                <a:latin typeface="+mj-lt"/>
              </a:rPr>
              <a:t>Einwurf</a:t>
            </a:r>
            <a:r>
              <a:rPr kumimoji="0" lang="en-US" altLang="en-US" sz="1200" b="0" i="0" u="none" strike="noStrike" cap="none" normalizeH="0" baseline="0" dirty="0">
                <a:ln>
                  <a:noFill/>
                </a:ln>
                <a:solidFill>
                  <a:srgbClr val="000000"/>
                </a:solidFill>
                <a:effectLst/>
                <a:latin typeface="+mj-lt"/>
              </a:rPr>
              <a:t> Indices: [3, 5, 6, 11, 13, 15, 17, 19, 25, 27, 31, 33, 37, 39]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0000"/>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err="1">
                <a:ln>
                  <a:noFill/>
                </a:ln>
                <a:solidFill>
                  <a:srgbClr val="000000"/>
                </a:solidFill>
                <a:effectLst/>
                <a:latin typeface="+mj-lt"/>
              </a:rPr>
              <a:t>Satz</a:t>
            </a:r>
            <a:r>
              <a:rPr kumimoji="0" lang="en-US" altLang="en-US" sz="1200" b="1" i="0" u="none" strike="noStrike" cap="none" normalizeH="0" baseline="0" dirty="0">
                <a:ln>
                  <a:noFill/>
                </a:ln>
                <a:solidFill>
                  <a:srgbClr val="000000"/>
                </a:solidFill>
                <a:effectLst/>
                <a:latin typeface="+mj-lt"/>
              </a:rPr>
              <a:t> 0: </a:t>
            </a:r>
            <a:r>
              <a:rPr kumimoji="0" lang="en-US" altLang="en-US" sz="1200" b="0" i="0" u="none" strike="noStrike" cap="none" normalizeH="0" baseline="0" dirty="0">
                <a:ln>
                  <a:noFill/>
                </a:ln>
                <a:solidFill>
                  <a:srgbClr val="000000"/>
                </a:solidFill>
                <a:effectLst/>
                <a:latin typeface="+mj-lt"/>
              </a:rPr>
              <a:t>Sehr </a:t>
            </a:r>
            <a:r>
              <a:rPr kumimoji="0" lang="en-US" altLang="en-US" sz="1200" b="0" i="0" u="none" strike="noStrike" cap="none" normalizeH="0" baseline="0" dirty="0" err="1">
                <a:ln>
                  <a:noFill/>
                </a:ln>
                <a:solidFill>
                  <a:srgbClr val="000000"/>
                </a:solidFill>
                <a:effectLst/>
                <a:latin typeface="+mj-lt"/>
              </a:rPr>
              <a:t>geehrter</a:t>
            </a:r>
            <a:r>
              <a:rPr kumimoji="0" lang="en-US" altLang="en-US" sz="1200" b="0" i="0" u="none" strike="noStrike" cap="none" normalizeH="0" baseline="0" dirty="0">
                <a:ln>
                  <a:noFill/>
                </a:ln>
                <a:solidFill>
                  <a:srgbClr val="000000"/>
                </a:solidFill>
                <a:effectLst/>
                <a:latin typeface="+mj-lt"/>
              </a:rPr>
              <a:t> Herr </a:t>
            </a:r>
            <a:r>
              <a:rPr kumimoji="0" lang="en-US" altLang="en-US" sz="1200" b="0" i="0" u="none" strike="noStrike" cap="none" normalizeH="0" baseline="0" dirty="0" err="1">
                <a:ln>
                  <a:noFill/>
                </a:ln>
                <a:solidFill>
                  <a:srgbClr val="000000"/>
                </a:solidFill>
                <a:effectLst/>
                <a:latin typeface="+mj-lt"/>
              </a:rPr>
              <a:t>Präsident</a:t>
            </a:r>
            <a:r>
              <a:rPr kumimoji="0" lang="en-US" altLang="en-US" sz="1200" b="0" i="0" u="none" strike="noStrike" cap="none" normalizeH="0" baseline="0" dirty="0">
                <a:ln>
                  <a:noFill/>
                </a:ln>
                <a:solidFill>
                  <a:srgbClr val="000000"/>
                </a:solidFill>
                <a:effectLst/>
                <a:latin typeface="+mj-lt"/>
              </a:rPr>
              <a:t>! Liebe </a:t>
            </a:r>
            <a:r>
              <a:rPr kumimoji="0" lang="en-US" altLang="en-US" sz="1200" b="0" i="0" u="none" strike="noStrike" cap="none" normalizeH="0" baseline="0" dirty="0" err="1">
                <a:ln>
                  <a:noFill/>
                </a:ln>
                <a:solidFill>
                  <a:srgbClr val="000000"/>
                </a:solidFill>
                <a:effectLst/>
                <a:latin typeface="+mj-lt"/>
              </a:rPr>
              <a:t>Kolleginnen</a:t>
            </a:r>
            <a:r>
              <a:rPr kumimoji="0" lang="en-US" altLang="en-US" sz="1200" b="0" i="0" u="none" strike="noStrike" cap="none" normalizeH="0" baseline="0" dirty="0">
                <a:ln>
                  <a:noFill/>
                </a:ln>
                <a:solidFill>
                  <a:srgbClr val="000000"/>
                </a:solidFill>
                <a:effectLst/>
                <a:latin typeface="+mj-lt"/>
              </a:rPr>
              <a:t> und </a:t>
            </a:r>
            <a:r>
              <a:rPr kumimoji="0" lang="en-US" altLang="en-US" sz="1200" b="0" i="0" u="none" strike="noStrike" cap="none" normalizeH="0" baseline="0" dirty="0" err="1">
                <a:ln>
                  <a:noFill/>
                </a:ln>
                <a:solidFill>
                  <a:srgbClr val="000000"/>
                </a:solidFill>
                <a:effectLst/>
                <a:latin typeface="+mj-lt"/>
              </a:rPr>
              <a:t>Kollegen</a:t>
            </a:r>
            <a:r>
              <a:rPr kumimoji="0" lang="en-US" altLang="en-US" sz="1200" b="0" i="0" u="none" strike="noStrike" cap="none" normalizeH="0" baseline="0" dirty="0">
                <a:ln>
                  <a:noFill/>
                </a:ln>
                <a:solidFill>
                  <a:srgbClr val="000000"/>
                </a:solidFill>
                <a:effectLst/>
                <a:latin typeface="+mj-lt"/>
              </a:rPr>
              <a:t>! Das Coronavirus hat </a:t>
            </a:r>
            <a:r>
              <a:rPr kumimoji="0" lang="en-US" altLang="en-US" sz="1200" b="0" i="0" u="none" strike="noStrike" cap="none" normalizeH="0" baseline="0" dirty="0" err="1">
                <a:ln>
                  <a:noFill/>
                </a:ln>
                <a:solidFill>
                  <a:srgbClr val="000000"/>
                </a:solidFill>
                <a:effectLst/>
                <a:latin typeface="+mj-lt"/>
              </a:rPr>
              <a:t>uns</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mit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voller</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Wucht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getroffen</a:t>
            </a:r>
            <a:r>
              <a:rPr kumimoji="0" lang="en-US" altLang="en-US" sz="1200" b="0" i="0" u="none" strike="noStrike" cap="none" normalizeH="0" baseline="0" dirty="0">
                <a:ln>
                  <a:noFill/>
                </a:ln>
                <a:solidFill>
                  <a:srgbClr val="000000"/>
                </a:solidFill>
                <a:effectLst/>
                <a:latin typeface="+mj-l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mj-lt"/>
              </a:rPr>
              <a:t>Das </a:t>
            </a:r>
            <a:r>
              <a:rPr kumimoji="0" lang="en-US" altLang="en-US" sz="1200" b="0" i="0" u="none" strike="noStrike" cap="none" normalizeH="0" baseline="0" dirty="0" err="1">
                <a:ln>
                  <a:noFill/>
                </a:ln>
                <a:solidFill>
                  <a:srgbClr val="000000"/>
                </a:solidFill>
                <a:effectLst/>
                <a:latin typeface="+mj-lt"/>
              </a:rPr>
              <a:t>Ausmaß</a:t>
            </a:r>
            <a:r>
              <a:rPr kumimoji="0" lang="en-US" altLang="en-US" sz="1200" b="0" i="0" u="none" strike="noStrike" cap="none" normalizeH="0" baseline="0" dirty="0">
                <a:ln>
                  <a:noFill/>
                </a:ln>
                <a:solidFill>
                  <a:srgbClr val="000000"/>
                </a:solidFill>
                <a:effectLst/>
                <a:latin typeface="+mj-lt"/>
              </a:rPr>
              <a:t> der </a:t>
            </a:r>
            <a:r>
              <a:rPr kumimoji="0" lang="en-US" altLang="en-US" sz="1200" b="0" i="0" u="none" strike="noStrike" cap="none" normalizeH="0" baseline="0" dirty="0" err="1">
                <a:ln>
                  <a:noFill/>
                </a:ln>
                <a:solidFill>
                  <a:srgbClr val="000000"/>
                </a:solidFill>
                <a:effectLst/>
                <a:latin typeface="+mj-lt"/>
              </a:rPr>
              <a:t>Pandemie</a:t>
            </a:r>
            <a:r>
              <a:rPr kumimoji="0" lang="en-US" altLang="en-US" sz="1200" b="0" i="0" u="none" strike="noStrike" cap="none" normalizeH="0" baseline="0" dirty="0">
                <a:ln>
                  <a:noFill/>
                </a:ln>
                <a:solidFill>
                  <a:srgbClr val="000000"/>
                </a:solidFill>
                <a:effectLst/>
                <a:latin typeface="+mj-lt"/>
              </a:rPr>
              <a:t> – </a:t>
            </a:r>
            <a:r>
              <a:rPr kumimoji="0" lang="en-US" altLang="en-US" sz="1200" b="0" i="0" u="none" strike="noStrike" cap="none" normalizeH="0" baseline="0" dirty="0" err="1">
                <a:ln>
                  <a:noFill/>
                </a:ln>
                <a:solidFill>
                  <a:srgbClr val="000000"/>
                </a:solidFill>
                <a:effectLst/>
                <a:latin typeface="+mj-lt"/>
              </a:rPr>
              <a:t>wir</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erleben</a:t>
            </a:r>
            <a:r>
              <a:rPr kumimoji="0" lang="en-US" altLang="en-US" sz="1200" b="0" i="0" u="none" strike="noStrike" cap="none" normalizeH="0" baseline="0" dirty="0">
                <a:ln>
                  <a:noFill/>
                </a:ln>
                <a:solidFill>
                  <a:srgbClr val="000000"/>
                </a:solidFill>
                <a:effectLst/>
                <a:latin typeface="+mj-lt"/>
              </a:rPr>
              <a:t> das </a:t>
            </a:r>
            <a:r>
              <a:rPr kumimoji="0" lang="en-US" altLang="en-US" sz="1200" b="0" i="0" u="none" strike="noStrike" cap="none" normalizeH="0" baseline="0" dirty="0" err="1">
                <a:ln>
                  <a:noFill/>
                </a:ln>
                <a:solidFill>
                  <a:srgbClr val="000000"/>
                </a:solidFill>
                <a:effectLst/>
                <a:latin typeface="+mj-lt"/>
              </a:rPr>
              <a:t>auch</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heute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angesichts</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neuer</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Infektionszahlen</a:t>
            </a:r>
            <a:r>
              <a:rPr kumimoji="0" lang="en-US" altLang="en-US" sz="1200" b="0" i="0" u="none" strike="noStrike" cap="none" normalizeH="0" baseline="0" dirty="0">
                <a:ln>
                  <a:noFill/>
                </a:ln>
                <a:solidFill>
                  <a:srgbClr val="000000"/>
                </a:solidFill>
                <a:effectLst/>
                <a:latin typeface="+mj-lt"/>
              </a:rPr>
              <a:t> – </a:t>
            </a:r>
            <a:r>
              <a:rPr kumimoji="0" lang="en-US" altLang="en-US" sz="1200" b="0" i="0" u="none" strike="noStrike" cap="none" normalizeH="0" baseline="0" dirty="0" err="1">
                <a:ln>
                  <a:noFill/>
                </a:ln>
                <a:solidFill>
                  <a:srgbClr val="000000"/>
                </a:solidFill>
                <a:effectLst/>
                <a:latin typeface="+mj-lt"/>
              </a:rPr>
              <a:t>ist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historisch</a:t>
            </a:r>
            <a:r>
              <a:rPr kumimoji="0" lang="en-US" altLang="en-US" sz="1200" b="0" i="0" u="none" strike="noStrike" cap="none" normalizeH="0" baseline="0" dirty="0">
                <a:ln>
                  <a:noFill/>
                </a:ln>
                <a:solidFill>
                  <a:srgbClr val="000000"/>
                </a:solidFill>
                <a:effectLst/>
                <a:latin typeface="+mj-l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mj-lt"/>
              </a:rPr>
              <a:t>Es </a:t>
            </a:r>
            <a:r>
              <a:rPr kumimoji="0" lang="en-US" altLang="en-US" sz="1200" b="0" i="0" u="none" strike="noStrike" cap="none" normalizeH="0" baseline="0" dirty="0" err="1">
                <a:ln>
                  <a:noFill/>
                </a:ln>
                <a:solidFill>
                  <a:srgbClr val="000000"/>
                </a:solidFill>
                <a:effectLst/>
                <a:latin typeface="+mj-lt"/>
              </a:rPr>
              <a:t>ist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allerdings</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eine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Krise</a:t>
            </a:r>
            <a:r>
              <a:rPr kumimoji="0" lang="en-US" altLang="en-US" sz="1200" b="0" i="0" u="none" strike="noStrike" cap="none" normalizeH="0" baseline="0" dirty="0">
                <a:ln>
                  <a:noFill/>
                </a:ln>
                <a:solidFill>
                  <a:srgbClr val="000000"/>
                </a:solidFill>
                <a:effectLst/>
                <a:latin typeface="+mj-lt"/>
              </a:rPr>
              <a:t>, die </a:t>
            </a:r>
            <a:r>
              <a:rPr kumimoji="0" lang="en-US" altLang="en-US" sz="1200" b="0" i="0" u="none" strike="noStrike" cap="none" normalizeH="0" baseline="0" dirty="0" err="1">
                <a:ln>
                  <a:noFill/>
                </a:ln>
                <a:solidFill>
                  <a:srgbClr val="000000"/>
                </a:solidFill>
                <a:effectLst/>
                <a:latin typeface="+mj-lt"/>
              </a:rPr>
              <a:t>die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gesamte</a:t>
            </a:r>
            <a:r>
              <a:rPr kumimoji="0" lang="en-US" altLang="en-US" sz="1200" b="0" i="0" u="none" strike="noStrike" cap="none" normalizeH="0" baseline="0" dirty="0">
                <a:ln>
                  <a:noFill/>
                </a:ln>
                <a:solidFill>
                  <a:srgbClr val="000000"/>
                </a:solidFill>
                <a:effectLst/>
                <a:latin typeface="+mj-lt"/>
              </a:rPr>
              <a:t> Welt </a:t>
            </a:r>
            <a:r>
              <a:rPr kumimoji="0" lang="en-US" altLang="en-US" sz="1200" b="0" i="0" u="none" strike="noStrike" cap="none" normalizeH="0" baseline="0" dirty="0" err="1">
                <a:ln>
                  <a:noFill/>
                </a:ln>
                <a:solidFill>
                  <a:srgbClr val="000000"/>
                </a:solidFill>
                <a:effectLst/>
                <a:latin typeface="+mj-lt"/>
              </a:rPr>
              <a:t>erfasst</a:t>
            </a:r>
            <a:r>
              <a:rPr kumimoji="0" lang="en-US" altLang="en-US" sz="1200" b="0" i="0" u="none" strike="noStrike" cap="none" normalizeH="0" baseline="0" dirty="0">
                <a:ln>
                  <a:noFill/>
                </a:ln>
                <a:solidFill>
                  <a:srgbClr val="000000"/>
                </a:solidFill>
                <a:effectLst/>
                <a:latin typeface="+mj-lt"/>
              </a:rPr>
              <a:t> hat, und in </a:t>
            </a:r>
            <a:r>
              <a:rPr kumimoji="0" lang="en-US" altLang="en-US" sz="1200" b="0" i="0" u="none" strike="noStrike" cap="none" normalizeH="0" baseline="0" dirty="0" err="1">
                <a:ln>
                  <a:noFill/>
                </a:ln>
                <a:solidFill>
                  <a:srgbClr val="000000"/>
                </a:solidFill>
                <a:effectLst/>
                <a:latin typeface="+mj-lt"/>
              </a:rPr>
              <a:t>vielen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Ländern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ist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aus</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dieser</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Gesundheitskrise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längst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mehr</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geworden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nämlich</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eine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dramatische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soziale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Krise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mit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Massenarbeitslosigkeit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mit</a:t>
            </a:r>
            <a:r>
              <a:rPr kumimoji="0" lang="en-US" altLang="en-US" sz="1200" b="0" i="0" u="none" strike="noStrike" cap="none" normalizeH="0" baseline="0" dirty="0">
                <a:ln>
                  <a:noFill/>
                </a:ln>
                <a:solidFill>
                  <a:srgbClr val="000000"/>
                </a:solidFill>
                <a:effectLst/>
                <a:latin typeface="+mj-lt"/>
              </a:rPr>
              <a:t> Hunger, </a:t>
            </a:r>
            <a:r>
              <a:rPr kumimoji="0" lang="en-US" altLang="en-US" sz="1200" b="0" i="0" u="none" strike="noStrike" cap="none" normalizeH="0" baseline="0" dirty="0" err="1">
                <a:ln>
                  <a:noFill/>
                </a:ln>
                <a:solidFill>
                  <a:srgbClr val="000000"/>
                </a:solidFill>
                <a:effectLst/>
                <a:latin typeface="+mj-lt"/>
              </a:rPr>
              <a:t>mit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Obdachlosigkeit</a:t>
            </a:r>
            <a:r>
              <a:rPr kumimoji="0" lang="en-US" altLang="en-US" sz="1200" b="0" i="0" u="none" strike="noStrike" cap="none" normalizeH="0" baseline="0" dirty="0">
                <a:ln>
                  <a:noFill/>
                </a:ln>
                <a:solidFill>
                  <a:srgbClr val="000000"/>
                </a:solidFill>
                <a:effectLst/>
                <a:latin typeface="+mj-lt"/>
              </a:rPr>
              <a:t>, und das </a:t>
            </a:r>
            <a:r>
              <a:rPr kumimoji="0" lang="en-US" altLang="en-US" sz="1200" b="0" i="0" u="none" strike="noStrike" cap="none" normalizeH="0" baseline="0" dirty="0" err="1">
                <a:ln>
                  <a:noFill/>
                </a:ln>
                <a:solidFill>
                  <a:srgbClr val="000000"/>
                </a:solidFill>
                <a:effectLst/>
                <a:latin typeface="+mj-lt"/>
              </a:rPr>
              <a:t>auch</a:t>
            </a:r>
            <a:r>
              <a:rPr kumimoji="0" lang="en-US" altLang="en-US" sz="1200" b="0" i="0" u="none" strike="noStrike" cap="none" normalizeH="0" baseline="0" dirty="0">
                <a:ln>
                  <a:noFill/>
                </a:ln>
                <a:solidFill>
                  <a:srgbClr val="000000"/>
                </a:solidFill>
                <a:effectLst/>
                <a:latin typeface="+mj-lt"/>
              </a:rPr>
              <a:t> in </a:t>
            </a:r>
            <a:r>
              <a:rPr kumimoji="0" lang="en-US" altLang="en-US" sz="1200" b="0" i="0" u="none" strike="noStrike" cap="none" normalizeH="0" baseline="0" dirty="0" err="1">
                <a:ln>
                  <a:noFill/>
                </a:ln>
                <a:solidFill>
                  <a:srgbClr val="000000"/>
                </a:solidFill>
                <a:effectLst/>
                <a:latin typeface="+mj-lt"/>
              </a:rPr>
              <a:t>entwickelten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Industriestaaten</a:t>
            </a:r>
            <a:r>
              <a:rPr kumimoji="0" lang="en-US" altLang="en-US" sz="1200" b="0" i="0" u="none" strike="noStrike" cap="none" normalizeH="0" baseline="0" dirty="0">
                <a:ln>
                  <a:noFill/>
                </a:ln>
                <a:solidFill>
                  <a:srgbClr val="000000"/>
                </a:solidFill>
                <a:effectLst/>
                <a:latin typeface="+mj-lt"/>
              </a:rPr>
              <a:t>. In den USA </a:t>
            </a:r>
            <a:r>
              <a:rPr kumimoji="0" lang="en-US" altLang="en-US" sz="1200" b="0" i="0" u="none" strike="noStrike" cap="none" normalizeH="0" baseline="0" dirty="0" err="1">
                <a:ln>
                  <a:noFill/>
                </a:ln>
                <a:solidFill>
                  <a:srgbClr val="000000"/>
                </a:solidFill>
                <a:effectLst/>
                <a:latin typeface="+mj-lt"/>
              </a:rPr>
              <a:t>beispielsweise</a:t>
            </a:r>
            <a:r>
              <a:rPr kumimoji="0" lang="en-US" altLang="en-US" sz="1200" b="0" i="0" u="none" strike="noStrike" cap="none" normalizeH="0" baseline="0" dirty="0">
                <a:ln>
                  <a:noFill/>
                </a:ln>
                <a:solidFill>
                  <a:srgbClr val="000000"/>
                </a:solidFill>
                <a:effectLst/>
                <a:latin typeface="+mj-lt"/>
              </a:rPr>
              <a:t> lag die </a:t>
            </a:r>
            <a:r>
              <a:rPr kumimoji="0" lang="en-US" altLang="en-US" sz="1200" b="0" i="0" u="none" strike="noStrike" cap="none" normalizeH="0" baseline="0" dirty="0" err="1">
                <a:ln>
                  <a:noFill/>
                </a:ln>
                <a:solidFill>
                  <a:srgbClr val="000000"/>
                </a:solidFill>
                <a:effectLst/>
                <a:latin typeface="+mj-lt"/>
              </a:rPr>
              <a:t>Arbeitslosigkeit</a:t>
            </a:r>
            <a:r>
              <a:rPr kumimoji="0" lang="en-US" altLang="en-US" sz="1200" b="0" i="0" u="none" strike="noStrike" cap="none" normalizeH="0" baseline="0" dirty="0">
                <a:ln>
                  <a:noFill/>
                </a:ln>
                <a:solidFill>
                  <a:srgbClr val="000000"/>
                </a:solidFill>
                <a:effectLst/>
                <a:latin typeface="+mj-lt"/>
              </a:rPr>
              <a:t> in </a:t>
            </a:r>
            <a:r>
              <a:rPr kumimoji="0" lang="en-US" altLang="en-US" sz="1200" b="0" i="0" u="none" strike="noStrike" cap="none" normalizeH="0" baseline="0" dirty="0" err="1">
                <a:ln>
                  <a:noFill/>
                </a:ln>
                <a:solidFill>
                  <a:srgbClr val="000000"/>
                </a:solidFill>
                <a:effectLst/>
                <a:latin typeface="+mj-lt"/>
              </a:rPr>
              <a:t>diesem</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Jahr</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streckenweise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bei</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über</a:t>
            </a:r>
            <a:r>
              <a:rPr kumimoji="0" lang="en-US" altLang="en-US" sz="1200" b="0" i="0" u="none" strike="noStrike" cap="none" normalizeH="0" baseline="0" dirty="0">
                <a:ln>
                  <a:noFill/>
                </a:ln>
                <a:solidFill>
                  <a:srgbClr val="000000"/>
                </a:solidFill>
                <a:effectLst/>
                <a:latin typeface="+mj-lt"/>
              </a:rPr>
              <a:t> 14 </a:t>
            </a:r>
            <a:r>
              <a:rPr kumimoji="0" lang="en-US" altLang="en-US" sz="1200" b="0" i="0" u="none" strike="noStrike" cap="none" normalizeH="0" baseline="0" dirty="0" err="1">
                <a:ln>
                  <a:noFill/>
                </a:ln>
                <a:solidFill>
                  <a:srgbClr val="000000"/>
                </a:solidFill>
                <a:effectLst/>
                <a:latin typeface="+mj-lt"/>
              </a:rPr>
              <a:t>Prozent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Vor</a:t>
            </a:r>
            <a:r>
              <a:rPr kumimoji="0" lang="en-US" altLang="en-US" sz="1200" b="0" i="0" u="none" strike="noStrike" cap="none" normalizeH="0" baseline="0" dirty="0">
                <a:ln>
                  <a:noFill/>
                </a:ln>
                <a:solidFill>
                  <a:srgbClr val="000000"/>
                </a:solidFill>
                <a:effectLst/>
                <a:latin typeface="+mj-lt"/>
              </a:rPr>
              <a:t> den Food Banks,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mj-lt"/>
              </a:rPr>
              <a:t>den </a:t>
            </a:r>
            <a:r>
              <a:rPr kumimoji="0" lang="en-US" altLang="en-US" sz="1200" b="0" i="0" u="none" strike="noStrike" cap="none" normalizeH="0" baseline="0" dirty="0" err="1">
                <a:ln>
                  <a:noFill/>
                </a:ln>
                <a:solidFill>
                  <a:srgbClr val="000000"/>
                </a:solidFill>
                <a:effectLst/>
                <a:latin typeface="+mj-lt"/>
              </a:rPr>
              <a:t>amerikanischen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Suppenküchen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bildeten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sich</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teilweise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kilometerlange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Autoschlangen</a:t>
            </a:r>
            <a:r>
              <a:rPr kumimoji="0" lang="en-US" altLang="en-US" sz="1200" b="0" i="0" u="none" strike="noStrike" cap="none" normalizeH="0" baseline="0" dirty="0">
                <a:ln>
                  <a:noFill/>
                </a:ln>
                <a:solidFill>
                  <a:srgbClr val="000000"/>
                </a:solidFill>
                <a:effectLst/>
                <a:latin typeface="+mj-lt"/>
              </a:rPr>
              <a:t> – auf der </a:t>
            </a:r>
            <a:r>
              <a:rPr kumimoji="0" lang="en-US" altLang="en-US" sz="1200" b="0" i="0" u="none" strike="noStrike" cap="none" normalizeH="0" baseline="0" dirty="0" err="1">
                <a:ln>
                  <a:noFill/>
                </a:ln>
                <a:solidFill>
                  <a:srgbClr val="000000"/>
                </a:solidFill>
                <a:effectLst/>
                <a:latin typeface="+mj-lt"/>
              </a:rPr>
              <a:t>Suche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nach</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Lebensmitteln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Übrigens</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auch</a:t>
            </a:r>
            <a:r>
              <a:rPr kumimoji="0" lang="en-US" altLang="en-US" sz="1200" b="0" i="0" u="none" strike="noStrike" cap="none" normalizeH="0" baseline="0" dirty="0">
                <a:ln>
                  <a:noFill/>
                </a:ln>
                <a:solidFill>
                  <a:srgbClr val="000000"/>
                </a:solidFill>
                <a:effectLst/>
                <a:latin typeface="+mj-lt"/>
              </a:rPr>
              <a:t> das </a:t>
            </a:r>
            <a:r>
              <a:rPr kumimoji="0" lang="en-US" altLang="en-US" sz="1200" b="0" i="0" u="none" strike="noStrike" cap="none" normalizeH="0" baseline="0" dirty="0" err="1">
                <a:ln>
                  <a:noFill/>
                </a:ln>
                <a:solidFill>
                  <a:srgbClr val="000000"/>
                </a:solidFill>
                <a:effectLst/>
                <a:latin typeface="+mj-lt"/>
              </a:rPr>
              <a:t>ist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ein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Grund</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warum</a:t>
            </a:r>
            <a:r>
              <a:rPr kumimoji="0" lang="en-US" altLang="en-US" sz="1200" b="0" i="0" u="none" strike="noStrike" cap="none" normalizeH="0" baseline="0" dirty="0">
                <a:ln>
                  <a:noFill/>
                </a:ln>
                <a:solidFill>
                  <a:srgbClr val="000000"/>
                </a:solidFill>
                <a:effectLst/>
                <a:latin typeface="+mj-lt"/>
              </a:rPr>
              <a:t> es gut </a:t>
            </a:r>
            <a:r>
              <a:rPr kumimoji="0" lang="en-US" altLang="en-US" sz="1200" b="0" i="0" u="none" strike="noStrike" cap="none" normalizeH="0" baseline="0" dirty="0" err="1">
                <a:ln>
                  <a:noFill/>
                </a:ln>
                <a:solidFill>
                  <a:srgbClr val="000000"/>
                </a:solidFill>
                <a:effectLst/>
                <a:latin typeface="+mj-lt"/>
              </a:rPr>
              <a:t>ist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dass</a:t>
            </a:r>
            <a:r>
              <a:rPr kumimoji="0" lang="en-US" altLang="en-US" sz="1200" b="0" i="0" u="none" strike="noStrike" cap="none" normalizeH="0" baseline="0" dirty="0">
                <a:ln>
                  <a:noFill/>
                </a:ln>
                <a:solidFill>
                  <a:srgbClr val="000000"/>
                </a:solidFill>
                <a:effectLst/>
                <a:latin typeface="+mj-lt"/>
              </a:rPr>
              <a:t> – </a:t>
            </a:r>
            <a:r>
              <a:rPr kumimoji="0" lang="en-US" altLang="en-US" sz="1200" b="0" i="0" u="none" strike="noStrike" cap="none" normalizeH="0" baseline="0" dirty="0" err="1">
                <a:ln>
                  <a:noFill/>
                </a:ln>
                <a:solidFill>
                  <a:srgbClr val="000000"/>
                </a:solidFill>
                <a:effectLst/>
                <a:latin typeface="+mj-lt"/>
              </a:rPr>
              <a:t>hoffentlich</a:t>
            </a:r>
            <a:r>
              <a:rPr kumimoji="0" lang="en-US" altLang="en-US" sz="1200" b="0" i="0" u="none" strike="noStrike" cap="none" normalizeH="0" baseline="0" dirty="0">
                <a:ln>
                  <a:noFill/>
                </a:ln>
                <a:solidFill>
                  <a:srgbClr val="000000"/>
                </a:solidFill>
                <a:effectLst/>
                <a:latin typeface="+mj-lt"/>
              </a:rPr>
              <a:t> – </a:t>
            </a:r>
            <a:r>
              <a:rPr kumimoji="0" lang="en-US" altLang="en-US" sz="1200" b="0" i="0" u="none" strike="noStrike" cap="none" normalizeH="0" baseline="0" dirty="0" err="1">
                <a:ln>
                  <a:noFill/>
                </a:ln>
                <a:solidFill>
                  <a:srgbClr val="000000"/>
                </a:solidFill>
                <a:effectLst/>
                <a:latin typeface="+mj-lt"/>
              </a:rPr>
              <a:t>jetzt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ein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amerikanischer</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Präsident</a:t>
            </a:r>
            <a:r>
              <a:rPr kumimoji="0" lang="en-US" altLang="en-US" sz="1200" b="0" i="0" u="none" strike="noStrike" cap="none" normalizeH="0" baseline="0" dirty="0">
                <a:ln>
                  <a:noFill/>
                </a:ln>
                <a:solidFill>
                  <a:srgbClr val="000000"/>
                </a:solidFill>
                <a:effectLst/>
                <a:latin typeface="+mj-lt"/>
              </a:rPr>
              <a:t> ins </a:t>
            </a:r>
            <a:r>
              <a:rPr kumimoji="0" lang="en-US" altLang="en-US" sz="1200" b="0" i="0" u="none" strike="noStrike" cap="none" normalizeH="0" baseline="0" dirty="0" err="1">
                <a:ln>
                  <a:noFill/>
                </a:ln>
                <a:solidFill>
                  <a:srgbClr val="000000"/>
                </a:solidFill>
                <a:effectLst/>
                <a:latin typeface="+mj-lt"/>
              </a:rPr>
              <a:t>Weiße</a:t>
            </a:r>
            <a:r>
              <a:rPr kumimoji="0" lang="en-US" altLang="en-US" sz="1200" b="0" i="0" u="none" strike="noStrike" cap="none" normalizeH="0" baseline="0" dirty="0">
                <a:ln>
                  <a:noFill/>
                </a:ln>
                <a:solidFill>
                  <a:srgbClr val="000000"/>
                </a:solidFill>
                <a:effectLst/>
                <a:latin typeface="+mj-lt"/>
              </a:rPr>
              <a:t> Haus </a:t>
            </a:r>
            <a:r>
              <a:rPr kumimoji="0" lang="en-US" altLang="en-US" sz="1200" b="0" i="0" u="none" strike="noStrike" cap="none" normalizeH="0" baseline="0" dirty="0" err="1">
                <a:ln>
                  <a:noFill/>
                </a:ln>
                <a:solidFill>
                  <a:srgbClr val="000000"/>
                </a:solidFill>
                <a:effectLst/>
                <a:latin typeface="+mj-lt"/>
              </a:rPr>
              <a:t>einzieht</a:t>
            </a:r>
            <a:r>
              <a:rPr kumimoji="0" lang="en-US" altLang="en-US" sz="1200" b="0" i="0" u="none" strike="noStrike" cap="none" normalizeH="0" baseline="0" dirty="0">
                <a:ln>
                  <a:noFill/>
                </a:ln>
                <a:solidFill>
                  <a:srgbClr val="000000"/>
                </a:solidFill>
                <a:effectLst/>
                <a:latin typeface="+mj-lt"/>
              </a:rPr>
              <a:t>, der </a:t>
            </a:r>
            <a:r>
              <a:rPr kumimoji="0" lang="en-US" altLang="en-US" sz="1200" b="0" i="0" u="none" strike="noStrike" cap="none" normalizeH="0" baseline="0" dirty="0" err="1">
                <a:ln>
                  <a:noFill/>
                </a:ln>
                <a:solidFill>
                  <a:srgbClr val="000000"/>
                </a:solidFill>
                <a:effectLst/>
                <a:latin typeface="+mj-lt"/>
              </a:rPr>
              <a:t>ein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soziales</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Gespür</a:t>
            </a:r>
            <a:r>
              <a:rPr kumimoji="0" lang="en-US" altLang="en-US" sz="1200" b="0" i="0" u="none" strike="noStrike" cap="none" normalizeH="0" baseline="0" dirty="0">
                <a:ln>
                  <a:noFill/>
                </a:ln>
                <a:solidFill>
                  <a:srgbClr val="000000"/>
                </a:solidFill>
                <a:effectLst/>
                <a:latin typeface="+mj-lt"/>
              </a:rPr>
              <a:t> hat. -&gt; </a:t>
            </a:r>
            <a:r>
              <a:rPr kumimoji="0" lang="en-US" altLang="en-US" sz="1200" b="0" i="0" u="none" strike="noStrike" cap="none" normalizeH="0" baseline="0" dirty="0" err="1">
                <a:ln>
                  <a:noFill/>
                </a:ln>
                <a:solidFill>
                  <a:srgbClr val="000000"/>
                </a:solidFill>
                <a:effectLst/>
                <a:latin typeface="+mj-lt"/>
              </a:rPr>
              <a:t>Vorhergesagt</a:t>
            </a:r>
            <a:r>
              <a:rPr kumimoji="0" lang="en-US" altLang="en-US" sz="1200" b="0" i="0" u="none" strike="noStrike" cap="none" normalizeH="0" baseline="0" dirty="0">
                <a:ln>
                  <a:noFill/>
                </a:ln>
                <a:solidFill>
                  <a:srgbClr val="000000"/>
                </a:solidFill>
                <a:effectLst/>
                <a:latin typeface="+mj-lt"/>
              </a:rPr>
              <a:t>: </a:t>
            </a:r>
            <a:r>
              <a:rPr kumimoji="0" lang="en-US" altLang="en-US" sz="1200" b="1" i="0" u="none" strike="noStrike" cap="none" normalizeH="0" baseline="0" dirty="0">
                <a:ln>
                  <a:noFill/>
                </a:ln>
                <a:solidFill>
                  <a:srgbClr val="000000"/>
                </a:solidFill>
                <a:effectLst/>
                <a:latin typeface="+mj-lt"/>
              </a:rPr>
              <a:t>Kein </a:t>
            </a:r>
            <a:r>
              <a:rPr kumimoji="0" lang="en-US" altLang="en-US" sz="1200" b="1" i="0" u="none" strike="noStrike" cap="none" normalizeH="0" baseline="0" dirty="0" err="1">
                <a:ln>
                  <a:noFill/>
                </a:ln>
                <a:solidFill>
                  <a:srgbClr val="000000"/>
                </a:solidFill>
                <a:effectLst/>
                <a:latin typeface="+mj-lt"/>
              </a:rPr>
              <a:t>Einwurf</a:t>
            </a:r>
            <a:r>
              <a:rPr kumimoji="0" lang="en-US" altLang="en-US" sz="1200" b="1" i="0" u="none" strike="noStrike" cap="none" normalizeH="0" baseline="0" dirty="0">
                <a:ln>
                  <a:noFill/>
                </a:ln>
                <a:solidFill>
                  <a:srgbClr val="000000"/>
                </a:solidFill>
                <a:effectLst/>
                <a:latin typeface="+mj-l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err="1">
                <a:ln>
                  <a:noFill/>
                </a:ln>
                <a:solidFill>
                  <a:srgbClr val="000000"/>
                </a:solidFill>
                <a:effectLst/>
                <a:latin typeface="+mj-lt"/>
              </a:rPr>
              <a:t>Satz</a:t>
            </a:r>
            <a:r>
              <a:rPr kumimoji="0" lang="en-US" altLang="en-US" sz="1200" b="1" i="0" u="none" strike="noStrike" cap="none" normalizeH="0" baseline="0" dirty="0">
                <a:ln>
                  <a:noFill/>
                </a:ln>
                <a:solidFill>
                  <a:srgbClr val="000000"/>
                </a:solidFill>
                <a:effectLst/>
                <a:latin typeface="+mj-lt"/>
              </a:rPr>
              <a:t> 1: </a:t>
            </a:r>
            <a:r>
              <a:rPr kumimoji="0" lang="en-US" altLang="en-US" sz="1200" b="0" i="0" u="none" strike="noStrike" cap="none" normalizeH="0" baseline="0" dirty="0">
                <a:ln>
                  <a:noFill/>
                </a:ln>
                <a:solidFill>
                  <a:srgbClr val="000000"/>
                </a:solidFill>
                <a:effectLst/>
                <a:latin typeface="+mj-lt"/>
              </a:rPr>
              <a:t>(</a:t>
            </a:r>
            <a:r>
              <a:rPr kumimoji="0" lang="en-US" altLang="en-US" sz="1200" b="0" i="0" u="none" strike="noStrike" cap="none" normalizeH="0" baseline="0" dirty="0" err="1">
                <a:ln>
                  <a:noFill/>
                </a:ln>
                <a:solidFill>
                  <a:srgbClr val="000000"/>
                </a:solidFill>
                <a:effectLst/>
                <a:latin typeface="+mj-lt"/>
              </a:rPr>
              <a:t>Beifall</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bei</a:t>
            </a:r>
            <a:r>
              <a:rPr kumimoji="0" lang="en-US" altLang="en-US" sz="1200" b="0" i="0" u="none" strike="noStrike" cap="none" normalizeH="0" baseline="0" dirty="0">
                <a:ln>
                  <a:noFill/>
                </a:ln>
                <a:solidFill>
                  <a:srgbClr val="000000"/>
                </a:solidFill>
                <a:effectLst/>
                <a:latin typeface="+mj-lt"/>
              </a:rPr>
              <a:t> der SPD und der CDU/CSU </a:t>
            </a:r>
            <a:r>
              <a:rPr kumimoji="0" lang="en-US" altLang="en-US" sz="1200" b="0" i="0" u="none" strike="noStrike" cap="none" normalizeH="0" baseline="0" dirty="0" err="1">
                <a:ln>
                  <a:noFill/>
                </a:ln>
                <a:solidFill>
                  <a:srgbClr val="000000"/>
                </a:solidFill>
                <a:effectLst/>
                <a:latin typeface="+mj-lt"/>
              </a:rPr>
              <a:t>sowie</a:t>
            </a:r>
            <a:r>
              <a:rPr kumimoji="0" lang="en-US" altLang="en-US" sz="1200" b="0" i="0" u="none" strike="noStrike" cap="none" normalizeH="0" baseline="0" dirty="0">
                <a:ln>
                  <a:noFill/>
                </a:ln>
                <a:solidFill>
                  <a:srgbClr val="000000"/>
                </a:solidFill>
                <a:effectLst/>
                <a:latin typeface="+mj-lt"/>
              </a:rPr>
              <a:t> des </a:t>
            </a:r>
            <a:r>
              <a:rPr kumimoji="0" lang="en-US" altLang="en-US" sz="1200" b="0" i="0" u="none" strike="noStrike" cap="none" normalizeH="0" baseline="0" dirty="0" err="1">
                <a:ln>
                  <a:noFill/>
                </a:ln>
                <a:solidFill>
                  <a:srgbClr val="000000"/>
                </a:solidFill>
                <a:effectLst/>
                <a:latin typeface="+mj-lt"/>
              </a:rPr>
              <a:t>Abg</a:t>
            </a:r>
            <a:r>
              <a:rPr kumimoji="0" lang="en-US" altLang="en-US" sz="1200" b="0" i="0" u="none" strike="noStrike" cap="none" normalizeH="0" baseline="0" dirty="0">
                <a:ln>
                  <a:noFill/>
                </a:ln>
                <a:solidFill>
                  <a:srgbClr val="000000"/>
                </a:solidFill>
                <a:effectLst/>
                <a:latin typeface="+mj-lt"/>
              </a:rPr>
              <a:t>. Johannes Vogel [Olpe] [FDP]) -&gt; </a:t>
            </a:r>
            <a:r>
              <a:rPr kumimoji="0" lang="en-US" altLang="en-US" sz="1200" b="0" i="0" u="none" strike="noStrike" cap="none" normalizeH="0" baseline="0" dirty="0" err="1">
                <a:ln>
                  <a:noFill/>
                </a:ln>
                <a:solidFill>
                  <a:srgbClr val="000000"/>
                </a:solidFill>
                <a:effectLst/>
                <a:latin typeface="+mj-lt"/>
              </a:rPr>
              <a:t>Vorhergesagt</a:t>
            </a:r>
            <a:r>
              <a:rPr kumimoji="0" lang="en-US" altLang="en-US" sz="1200" b="0" i="0" u="none" strike="noStrike" cap="none" normalizeH="0" baseline="0" dirty="0">
                <a:ln>
                  <a:noFill/>
                </a:ln>
                <a:solidFill>
                  <a:srgbClr val="000000"/>
                </a:solidFill>
                <a:effectLst/>
                <a:latin typeface="+mj-lt"/>
              </a:rPr>
              <a:t>: </a:t>
            </a:r>
            <a:r>
              <a:rPr kumimoji="0" lang="en-US" altLang="en-US" sz="1200" b="1" i="0" u="none" strike="noStrike" cap="none" normalizeH="0" baseline="0" dirty="0">
                <a:ln>
                  <a:noFill/>
                </a:ln>
                <a:solidFill>
                  <a:srgbClr val="000000"/>
                </a:solidFill>
                <a:effectLst/>
                <a:latin typeface="+mj-lt"/>
              </a:rPr>
              <a:t>Kein </a:t>
            </a:r>
            <a:r>
              <a:rPr kumimoji="0" lang="en-US" altLang="en-US" sz="1200" b="1" i="0" u="none" strike="noStrike" cap="none" normalizeH="0" baseline="0" dirty="0" err="1">
                <a:ln>
                  <a:noFill/>
                </a:ln>
                <a:solidFill>
                  <a:srgbClr val="000000"/>
                </a:solidFill>
                <a:effectLst/>
                <a:latin typeface="+mj-lt"/>
              </a:rPr>
              <a:t>Einwurf</a:t>
            </a:r>
            <a:r>
              <a:rPr kumimoji="0" lang="en-US" altLang="en-US" sz="1200" b="1" i="0" u="none" strike="noStrike" cap="none" normalizeH="0" baseline="0" dirty="0">
                <a:ln>
                  <a:noFill/>
                </a:ln>
                <a:solidFill>
                  <a:srgbClr val="000000"/>
                </a:solidFill>
                <a:effectLst/>
                <a:latin typeface="+mj-l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err="1">
                <a:ln>
                  <a:noFill/>
                </a:ln>
                <a:solidFill>
                  <a:srgbClr val="000000"/>
                </a:solidFill>
                <a:effectLst/>
                <a:latin typeface="+mj-lt"/>
              </a:rPr>
              <a:t>Satz</a:t>
            </a:r>
            <a:r>
              <a:rPr kumimoji="0" lang="en-US" altLang="en-US" sz="1200" b="1" i="0" u="none" strike="noStrike" cap="none" normalizeH="0" baseline="0" dirty="0">
                <a:ln>
                  <a:noFill/>
                </a:ln>
                <a:solidFill>
                  <a:srgbClr val="000000"/>
                </a:solidFill>
                <a:effectLst/>
                <a:latin typeface="+mj-lt"/>
              </a:rPr>
              <a:t> 2: </a:t>
            </a:r>
            <a:r>
              <a:rPr kumimoji="0" lang="en-US" altLang="en-US" sz="1200" b="0" i="0" u="none" strike="noStrike" cap="none" normalizeH="0" baseline="0" dirty="0" err="1">
                <a:ln>
                  <a:noFill/>
                </a:ln>
                <a:solidFill>
                  <a:srgbClr val="000000"/>
                </a:solidFill>
                <a:effectLst/>
                <a:latin typeface="+mj-lt"/>
              </a:rPr>
              <a:t>Meine</a:t>
            </a:r>
            <a:r>
              <a:rPr kumimoji="0" lang="en-US" altLang="en-US" sz="1200" b="0" i="0" u="none" strike="noStrike" cap="none" normalizeH="0" baseline="0" dirty="0">
                <a:ln>
                  <a:noFill/>
                </a:ln>
                <a:solidFill>
                  <a:srgbClr val="000000"/>
                </a:solidFill>
                <a:effectLst/>
                <a:latin typeface="+mj-lt"/>
              </a:rPr>
              <a:t> Damen und Herren, </a:t>
            </a:r>
            <a:r>
              <a:rPr kumimoji="0" lang="en-US" altLang="en-US" sz="1200" b="0" i="0" u="none" strike="noStrike" cap="none" normalizeH="0" baseline="0" dirty="0" err="1">
                <a:ln>
                  <a:noFill/>
                </a:ln>
                <a:solidFill>
                  <a:srgbClr val="000000"/>
                </a:solidFill>
                <a:effectLst/>
                <a:latin typeface="+mj-lt"/>
              </a:rPr>
              <a:t>auch</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bei</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uns</a:t>
            </a:r>
            <a:r>
              <a:rPr kumimoji="0" lang="en-US" altLang="en-US" sz="1200" b="0" i="0" u="none" strike="noStrike" cap="none" normalizeH="0" baseline="0" dirty="0">
                <a:ln>
                  <a:noFill/>
                </a:ln>
                <a:solidFill>
                  <a:srgbClr val="000000"/>
                </a:solidFill>
                <a:effectLst/>
                <a:latin typeface="+mj-lt"/>
              </a:rPr>
              <a:t> hat die </a:t>
            </a:r>
            <a:r>
              <a:rPr kumimoji="0" lang="en-US" altLang="en-US" sz="1200" b="0" i="0" u="none" strike="noStrike" cap="none" normalizeH="0" baseline="0" dirty="0" err="1">
                <a:ln>
                  <a:noFill/>
                </a:ln>
                <a:solidFill>
                  <a:srgbClr val="000000"/>
                </a:solidFill>
                <a:effectLst/>
                <a:latin typeface="+mj-lt"/>
              </a:rPr>
              <a:t>Pandemie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unsere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Wirtschaft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schwer</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erschüttert</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Trotz</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dieser</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massiven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wirtschaftlichen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Erschütterung</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ist</a:t>
            </a:r>
            <a:r>
              <a:rPr kumimoji="0" lang="en-US" altLang="en-US" sz="1200" b="0" i="0" u="none" strike="noStrike" cap="none" normalizeH="0" baseline="0" dirty="0">
                <a:ln>
                  <a:noFill/>
                </a:ln>
                <a:solidFill>
                  <a:srgbClr val="000000"/>
                </a:solidFill>
                <a:effectLst/>
                <a:latin typeface="+mj-lt"/>
              </a:rPr>
              <a:t> in Deutschland </a:t>
            </a:r>
            <a:r>
              <a:rPr kumimoji="0" lang="en-US" altLang="en-US" sz="1200" b="0" i="0" u="none" strike="noStrike" cap="none" normalizeH="0" baseline="0" dirty="0" err="1">
                <a:ln>
                  <a:noFill/>
                </a:ln>
                <a:solidFill>
                  <a:srgbClr val="000000"/>
                </a:solidFill>
                <a:effectLst/>
                <a:latin typeface="+mj-lt"/>
              </a:rPr>
              <a:t>aus</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dieser</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Pandemie</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kein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soziales</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Erdbeben</a:t>
            </a:r>
            <a:r>
              <a:rPr kumimoji="0" lang="en-US" altLang="en-US" sz="1200" b="0" i="0" u="none" strike="noStrike" cap="none" normalizeH="0" baseline="0" dirty="0">
                <a:ln>
                  <a:noFill/>
                </a:ln>
                <a:solidFill>
                  <a:srgbClr val="000000"/>
                </a:solidFill>
                <a:effectLst/>
                <a:latin typeface="+mj-lt"/>
              </a:rPr>
              <a:t> </a:t>
            </a:r>
            <a:r>
              <a:rPr kumimoji="0" lang="en-US" altLang="en-US" sz="1200" b="0" i="0" u="none" strike="noStrike" cap="none" normalizeH="0" baseline="0" dirty="0" err="1">
                <a:ln>
                  <a:noFill/>
                </a:ln>
                <a:solidFill>
                  <a:srgbClr val="000000"/>
                </a:solidFill>
                <a:effectLst/>
                <a:latin typeface="+mj-lt"/>
              </a:rPr>
              <a:t>geworden</a:t>
            </a:r>
            <a:r>
              <a:rPr kumimoji="0" lang="en-US" altLang="en-US" sz="1200" b="0" i="0" u="none" strike="noStrike" cap="none" normalizeH="0" baseline="0" dirty="0">
                <a:ln>
                  <a:noFill/>
                </a:ln>
                <a:solidFill>
                  <a:srgbClr val="000000"/>
                </a:solidFill>
                <a:effectLst/>
                <a:latin typeface="+mj-lt"/>
              </a:rPr>
              <a:t>. -&gt; </a:t>
            </a:r>
            <a:r>
              <a:rPr kumimoji="0" lang="en-US" altLang="en-US" sz="1200" b="0" i="0" u="none" strike="noStrike" cap="none" normalizeH="0" baseline="0" dirty="0" err="1">
                <a:ln>
                  <a:noFill/>
                </a:ln>
                <a:solidFill>
                  <a:srgbClr val="000000"/>
                </a:solidFill>
                <a:effectLst/>
                <a:latin typeface="+mj-lt"/>
              </a:rPr>
              <a:t>Vorhergesagt</a:t>
            </a:r>
            <a:r>
              <a:rPr kumimoji="0" lang="en-US" altLang="en-US" sz="1200" b="0" i="0" u="none" strike="noStrike" cap="none" normalizeH="0" baseline="0" dirty="0">
                <a:ln>
                  <a:noFill/>
                </a:ln>
                <a:solidFill>
                  <a:srgbClr val="000000"/>
                </a:solidFill>
                <a:effectLst/>
                <a:latin typeface="+mj-lt"/>
              </a:rPr>
              <a:t>: </a:t>
            </a:r>
            <a:r>
              <a:rPr kumimoji="0" lang="en-US" altLang="en-US" sz="1200" b="1" i="0" u="none" strike="noStrike" cap="none" normalizeH="0" baseline="0" dirty="0">
                <a:ln>
                  <a:noFill/>
                </a:ln>
                <a:solidFill>
                  <a:srgbClr val="000000"/>
                </a:solidFill>
                <a:effectLst/>
                <a:latin typeface="+mj-lt"/>
              </a:rPr>
              <a:t>Kein </a:t>
            </a:r>
            <a:r>
              <a:rPr kumimoji="0" lang="en-US" altLang="en-US" sz="1200" b="1" i="0" u="none" strike="noStrike" cap="none" normalizeH="0" baseline="0" dirty="0" err="1">
                <a:ln>
                  <a:noFill/>
                </a:ln>
                <a:solidFill>
                  <a:srgbClr val="000000"/>
                </a:solidFill>
                <a:effectLst/>
                <a:latin typeface="+mj-lt"/>
              </a:rPr>
              <a:t>Einwurf</a:t>
            </a:r>
            <a:r>
              <a:rPr kumimoji="0" lang="en-US" altLang="en-US" sz="1200" b="1" i="0" u="none" strike="noStrike" cap="none" normalizeH="0" baseline="0" dirty="0">
                <a:ln>
                  <a:noFill/>
                </a:ln>
                <a:solidFill>
                  <a:srgbClr val="000000"/>
                </a:solidFill>
                <a:effectLst/>
                <a:latin typeface="+mj-l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err="1">
                <a:ln>
                  <a:noFill/>
                </a:ln>
                <a:solidFill>
                  <a:srgbClr val="000000"/>
                </a:solidFill>
                <a:effectLst/>
                <a:latin typeface="+mj-lt"/>
              </a:rPr>
              <a:t>Satz</a:t>
            </a:r>
            <a:r>
              <a:rPr kumimoji="0" lang="en-US" altLang="en-US" sz="1200" b="1" i="0" u="none" strike="noStrike" cap="none" normalizeH="0" baseline="0" dirty="0">
                <a:ln>
                  <a:noFill/>
                </a:ln>
                <a:solidFill>
                  <a:srgbClr val="000000"/>
                </a:solidFill>
                <a:effectLst/>
                <a:latin typeface="+mj-lt"/>
              </a:rPr>
              <a:t> 3: </a:t>
            </a:r>
            <a:r>
              <a:rPr kumimoji="0" lang="en-US" altLang="en-US" sz="1200" b="0" i="0" u="none" strike="noStrike" cap="none" normalizeH="0" baseline="0" dirty="0">
                <a:ln>
                  <a:noFill/>
                </a:ln>
                <a:solidFill>
                  <a:srgbClr val="000000"/>
                </a:solidFill>
                <a:effectLst/>
                <a:latin typeface="+mj-lt"/>
              </a:rPr>
              <a:t>(</a:t>
            </a:r>
            <a:r>
              <a:rPr kumimoji="0" lang="en-US" altLang="en-US" sz="1200" b="0" i="0" u="none" strike="noStrike" cap="none" normalizeH="0" baseline="0" dirty="0" err="1">
                <a:ln>
                  <a:noFill/>
                </a:ln>
                <a:solidFill>
                  <a:srgbClr val="000000"/>
                </a:solidFill>
                <a:effectLst/>
                <a:latin typeface="+mj-lt"/>
              </a:rPr>
              <a:t>Zuruf</a:t>
            </a:r>
            <a:r>
              <a:rPr kumimoji="0" lang="en-US" altLang="en-US" sz="1200" b="0" i="0" u="none" strike="noStrike" cap="none" normalizeH="0" baseline="0" dirty="0">
                <a:ln>
                  <a:noFill/>
                </a:ln>
                <a:solidFill>
                  <a:srgbClr val="000000"/>
                </a:solidFill>
                <a:effectLst/>
                <a:latin typeface="+mj-lt"/>
              </a:rPr>
              <a:t> von der </a:t>
            </a:r>
            <a:r>
              <a:rPr kumimoji="0" lang="en-US" altLang="en-US" sz="1200" b="0" i="0" u="none" strike="noStrike" cap="none" normalizeH="0" baseline="0" dirty="0" err="1">
                <a:ln>
                  <a:noFill/>
                </a:ln>
                <a:solidFill>
                  <a:srgbClr val="000000"/>
                </a:solidFill>
                <a:effectLst/>
                <a:latin typeface="+mj-lt"/>
              </a:rPr>
              <a:t>AfD</a:t>
            </a:r>
            <a:r>
              <a:rPr kumimoji="0" lang="en-US" altLang="en-US" sz="1200" b="0" i="0" u="none" strike="noStrike" cap="none" normalizeH="0" baseline="0" dirty="0">
                <a:ln>
                  <a:noFill/>
                </a:ln>
                <a:solidFill>
                  <a:srgbClr val="000000"/>
                </a:solidFill>
                <a:effectLst/>
                <a:latin typeface="+mj-lt"/>
              </a:rPr>
              <a:t>]: Noch </a:t>
            </a:r>
            <a:r>
              <a:rPr kumimoji="0" lang="en-US" altLang="en-US" sz="1200" b="0" i="0" u="none" strike="noStrike" cap="none" normalizeH="0" baseline="0" dirty="0" err="1">
                <a:ln>
                  <a:noFill/>
                </a:ln>
                <a:solidFill>
                  <a:srgbClr val="000000"/>
                </a:solidFill>
                <a:effectLst/>
                <a:latin typeface="+mj-lt"/>
              </a:rPr>
              <a:t>nicht</a:t>
            </a:r>
            <a:r>
              <a:rPr kumimoji="0" lang="en-US" altLang="en-US" sz="1200" b="0" i="0" u="none" strike="noStrike" cap="none" normalizeH="0" baseline="0" dirty="0">
                <a:ln>
                  <a:noFill/>
                </a:ln>
                <a:solidFill>
                  <a:srgbClr val="000000"/>
                </a:solidFill>
                <a:effectLst/>
                <a:latin typeface="+mj-lt"/>
              </a:rPr>
              <a:t>!) -&gt; </a:t>
            </a:r>
            <a:r>
              <a:rPr kumimoji="0" lang="en-US" altLang="en-US" sz="1200" b="0" i="0" u="none" strike="noStrike" cap="none" normalizeH="0" baseline="0" dirty="0" err="1">
                <a:ln>
                  <a:noFill/>
                </a:ln>
                <a:solidFill>
                  <a:srgbClr val="000000"/>
                </a:solidFill>
                <a:effectLst/>
                <a:latin typeface="+mj-lt"/>
              </a:rPr>
              <a:t>Vorhergesagt</a:t>
            </a:r>
            <a:r>
              <a:rPr kumimoji="0" lang="en-US" altLang="en-US" sz="1200" b="0" i="0" u="none" strike="noStrike" cap="none" normalizeH="0" baseline="0" dirty="0">
                <a:ln>
                  <a:noFill/>
                </a:ln>
                <a:solidFill>
                  <a:srgbClr val="000000"/>
                </a:solidFill>
                <a:effectLst/>
                <a:latin typeface="+mj-lt"/>
              </a:rPr>
              <a:t>: </a:t>
            </a:r>
            <a:r>
              <a:rPr kumimoji="0" lang="en-US" altLang="en-US" sz="1200" b="1" i="0" u="none" strike="noStrike" cap="none" normalizeH="0" baseline="0" dirty="0" err="1">
                <a:ln>
                  <a:noFill/>
                </a:ln>
                <a:solidFill>
                  <a:srgbClr val="000000"/>
                </a:solidFill>
                <a:effectLst/>
                <a:latin typeface="+mj-lt"/>
              </a:rPr>
              <a:t>Einwurf</a:t>
            </a:r>
            <a:r>
              <a:rPr kumimoji="0" lang="en-US" altLang="en-US" sz="1200" b="1" i="0" u="none" strike="noStrike" cap="none" normalizeH="0" baseline="0" dirty="0">
                <a:ln>
                  <a:noFill/>
                </a:ln>
                <a:solidFill>
                  <a:schemeClr val="tx1"/>
                </a:solidFill>
                <a:effectLst/>
                <a:latin typeface="+mj-lt"/>
              </a:rPr>
              <a:t> </a:t>
            </a:r>
          </a:p>
        </p:txBody>
      </p:sp>
      <p:sp>
        <p:nvSpPr>
          <p:cNvPr id="17" name="Arrow: Right 16">
            <a:extLst>
              <a:ext uri="{FF2B5EF4-FFF2-40B4-BE49-F238E27FC236}">
                <a16:creationId xmlns:a16="http://schemas.microsoft.com/office/drawing/2014/main" id="{760BB0D0-3DA0-BFBF-5410-44328E894FF7}"/>
              </a:ext>
            </a:extLst>
          </p:cNvPr>
          <p:cNvSpPr/>
          <p:nvPr/>
        </p:nvSpPr>
        <p:spPr>
          <a:xfrm>
            <a:off x="4976482" y="3716951"/>
            <a:ext cx="1167788" cy="54926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55000" lnSpcReduction="20000"/>
          </a:bodyPr>
          <a:lstStyle/>
          <a:p>
            <a:pPr algn="ctr"/>
            <a:endParaRPr lang="en-US" sz="2400" dirty="0"/>
          </a:p>
        </p:txBody>
      </p:sp>
      <p:sp>
        <p:nvSpPr>
          <p:cNvPr id="18" name="TextBox 17">
            <a:extLst>
              <a:ext uri="{FF2B5EF4-FFF2-40B4-BE49-F238E27FC236}">
                <a16:creationId xmlns:a16="http://schemas.microsoft.com/office/drawing/2014/main" id="{3CB2D1D4-2958-8BEE-0452-5893DABDAC1A}"/>
              </a:ext>
            </a:extLst>
          </p:cNvPr>
          <p:cNvSpPr txBox="1"/>
          <p:nvPr/>
        </p:nvSpPr>
        <p:spPr>
          <a:xfrm>
            <a:off x="1404180" y="1410169"/>
            <a:ext cx="1683474" cy="923330"/>
          </a:xfrm>
          <a:prstGeom prst="rect">
            <a:avLst/>
          </a:prstGeom>
          <a:noFill/>
        </p:spPr>
        <p:txBody>
          <a:bodyPr wrap="none" rtlCol="0">
            <a:spAutoFit/>
          </a:bodyPr>
          <a:lstStyle/>
          <a:p>
            <a:r>
              <a:rPr lang="de-DE" sz="5400" dirty="0">
                <a:solidFill>
                  <a:schemeClr val="accent1"/>
                </a:solidFill>
              </a:rPr>
              <a:t>Input</a:t>
            </a:r>
            <a:endParaRPr lang="en-US" sz="5400" dirty="0">
              <a:solidFill>
                <a:schemeClr val="accent1"/>
              </a:solidFill>
            </a:endParaRPr>
          </a:p>
        </p:txBody>
      </p:sp>
      <p:sp>
        <p:nvSpPr>
          <p:cNvPr id="19" name="TextBox 18">
            <a:extLst>
              <a:ext uri="{FF2B5EF4-FFF2-40B4-BE49-F238E27FC236}">
                <a16:creationId xmlns:a16="http://schemas.microsoft.com/office/drawing/2014/main" id="{0F5700D5-7D1C-92D4-BC8B-0021863D8D12}"/>
              </a:ext>
            </a:extLst>
          </p:cNvPr>
          <p:cNvSpPr txBox="1"/>
          <p:nvPr/>
        </p:nvSpPr>
        <p:spPr>
          <a:xfrm>
            <a:off x="8169563" y="969831"/>
            <a:ext cx="2199641" cy="923330"/>
          </a:xfrm>
          <a:prstGeom prst="rect">
            <a:avLst/>
          </a:prstGeom>
          <a:noFill/>
        </p:spPr>
        <p:txBody>
          <a:bodyPr wrap="none" rtlCol="0">
            <a:spAutoFit/>
          </a:bodyPr>
          <a:lstStyle/>
          <a:p>
            <a:r>
              <a:rPr lang="de-DE" sz="5400" dirty="0">
                <a:solidFill>
                  <a:schemeClr val="accent1"/>
                </a:solidFill>
              </a:rPr>
              <a:t>Output</a:t>
            </a:r>
            <a:endParaRPr lang="en-US" sz="5400" dirty="0">
              <a:solidFill>
                <a:schemeClr val="accent1"/>
              </a:solidFill>
            </a:endParaRPr>
          </a:p>
        </p:txBody>
      </p:sp>
    </p:spTree>
    <p:extLst>
      <p:ext uri="{BB962C8B-B14F-4D97-AF65-F5344CB8AC3E}">
        <p14:creationId xmlns:p14="http://schemas.microsoft.com/office/powerpoint/2010/main" val="2921574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8B9465-85F4-ACB0-BF7B-B4D5A4D2A6F7}"/>
              </a:ext>
            </a:extLst>
          </p:cNvPr>
          <p:cNvSpPr>
            <a:spLocks noGrp="1"/>
          </p:cNvSpPr>
          <p:nvPr>
            <p:ph type="title"/>
          </p:nvPr>
        </p:nvSpPr>
        <p:spPr>
          <a:xfrm>
            <a:off x="359999" y="760511"/>
            <a:ext cx="4452632" cy="649658"/>
          </a:xfrm>
        </p:spPr>
        <p:txBody>
          <a:bodyPr/>
          <a:lstStyle/>
          <a:p>
            <a:r>
              <a:rPr lang="de-DE" dirty="0"/>
              <a:t>2. BERT (Satzebene)</a:t>
            </a:r>
          </a:p>
        </p:txBody>
      </p:sp>
      <p:sp>
        <p:nvSpPr>
          <p:cNvPr id="6" name="Foliennummernplatzhalter 5">
            <a:extLst>
              <a:ext uri="{FF2B5EF4-FFF2-40B4-BE49-F238E27FC236}">
                <a16:creationId xmlns:a16="http://schemas.microsoft.com/office/drawing/2014/main" id="{25F9A502-4A24-D037-2D86-B00DEFFDF613}"/>
              </a:ext>
            </a:extLst>
          </p:cNvPr>
          <p:cNvSpPr>
            <a:spLocks noGrp="1"/>
          </p:cNvSpPr>
          <p:nvPr>
            <p:ph type="sldNum" sz="quarter" idx="14"/>
          </p:nvPr>
        </p:nvSpPr>
        <p:spPr/>
        <p:txBody>
          <a:bodyPr/>
          <a:lstStyle/>
          <a:p>
            <a:fld id="{13FEB9C3-1FF9-4F1A-B0DB-7E320F93F669}" type="slidenum">
              <a:rPr lang="de-DE" smtClean="0"/>
              <a:pPr/>
              <a:t>21</a:t>
            </a:fld>
            <a:endParaRPr lang="de-DE"/>
          </a:p>
        </p:txBody>
      </p:sp>
      <p:pic>
        <p:nvPicPr>
          <p:cNvPr id="4" name="Picture 3">
            <a:extLst>
              <a:ext uri="{FF2B5EF4-FFF2-40B4-BE49-F238E27FC236}">
                <a16:creationId xmlns:a16="http://schemas.microsoft.com/office/drawing/2014/main" id="{746AB46D-0B8A-91DB-ED34-A0E28EC0D449}"/>
              </a:ext>
            </a:extLst>
          </p:cNvPr>
          <p:cNvPicPr>
            <a:picLocks noChangeAspect="1"/>
          </p:cNvPicPr>
          <p:nvPr/>
        </p:nvPicPr>
        <p:blipFill>
          <a:blip r:embed="rId3"/>
          <a:stretch>
            <a:fillRect/>
          </a:stretch>
        </p:blipFill>
        <p:spPr>
          <a:xfrm>
            <a:off x="2401291" y="2152503"/>
            <a:ext cx="7389417" cy="3526402"/>
          </a:xfrm>
          <a:prstGeom prst="rect">
            <a:avLst/>
          </a:prstGeom>
        </p:spPr>
      </p:pic>
    </p:spTree>
    <p:extLst>
      <p:ext uri="{BB962C8B-B14F-4D97-AF65-F5344CB8AC3E}">
        <p14:creationId xmlns:p14="http://schemas.microsoft.com/office/powerpoint/2010/main" val="3821114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F0A21E51-6B39-7CF4-0AEB-80D314EDEBEB}"/>
              </a:ext>
            </a:extLst>
          </p:cNvPr>
          <p:cNvSpPr>
            <a:spLocks noGrp="1"/>
          </p:cNvSpPr>
          <p:nvPr>
            <p:ph type="ftr" sz="quarter" idx="13"/>
          </p:nvPr>
        </p:nvSpPr>
        <p:spPr>
          <a:xfrm>
            <a:off x="359999" y="6379481"/>
            <a:ext cx="9000000" cy="136460"/>
          </a:xfrm>
        </p:spPr>
        <p:txBody>
          <a:bodyPr/>
          <a:lstStyle/>
          <a:p>
            <a:r>
              <a:rPr lang="de-DE" dirty="0"/>
              <a:t>www.th-nuernberg.de</a:t>
            </a:r>
          </a:p>
        </p:txBody>
      </p:sp>
      <p:sp>
        <p:nvSpPr>
          <p:cNvPr id="6" name="Foliennummernplatzhalter 5">
            <a:extLst>
              <a:ext uri="{FF2B5EF4-FFF2-40B4-BE49-F238E27FC236}">
                <a16:creationId xmlns:a16="http://schemas.microsoft.com/office/drawing/2014/main" id="{25F9A502-4A24-D037-2D86-B00DEFFDF613}"/>
              </a:ext>
            </a:extLst>
          </p:cNvPr>
          <p:cNvSpPr>
            <a:spLocks noGrp="1"/>
          </p:cNvSpPr>
          <p:nvPr>
            <p:ph type="sldNum" sz="quarter" idx="14"/>
          </p:nvPr>
        </p:nvSpPr>
        <p:spPr/>
        <p:txBody>
          <a:bodyPr/>
          <a:lstStyle/>
          <a:p>
            <a:fld id="{13FEB9C3-1FF9-4F1A-B0DB-7E320F93F669}" type="slidenum">
              <a:rPr lang="de-DE" smtClean="0"/>
              <a:pPr/>
              <a:t>22</a:t>
            </a:fld>
            <a:endParaRPr lang="de-DE"/>
          </a:p>
        </p:txBody>
      </p:sp>
      <p:sp>
        <p:nvSpPr>
          <p:cNvPr id="3" name="Titel 1">
            <a:extLst>
              <a:ext uri="{FF2B5EF4-FFF2-40B4-BE49-F238E27FC236}">
                <a16:creationId xmlns:a16="http://schemas.microsoft.com/office/drawing/2014/main" id="{733F71B2-7FF3-D25F-0B88-A3BBE2A7E614}"/>
              </a:ext>
            </a:extLst>
          </p:cNvPr>
          <p:cNvSpPr txBox="1">
            <a:spLocks/>
          </p:cNvSpPr>
          <p:nvPr/>
        </p:nvSpPr>
        <p:spPr>
          <a:xfrm>
            <a:off x="487901" y="645002"/>
            <a:ext cx="4949937" cy="649658"/>
          </a:xfrm>
          <a:prstGeom prst="rect">
            <a:avLst/>
          </a:prstGeom>
        </p:spPr>
        <p:txBody>
          <a:bodyPr vert="horz" lIns="0" tIns="0" rIns="0" bIns="0" rtlCol="0" anchor="b">
            <a:noAutofit/>
          </a:bodyPr>
          <a:lstStyle>
            <a:lvl1pPr algn="l" defTabSz="914400" rtl="0" eaLnBrk="1" latinLnBrk="0" hangingPunct="1">
              <a:lnSpc>
                <a:spcPts val="4300"/>
              </a:lnSpc>
              <a:spcBef>
                <a:spcPct val="0"/>
              </a:spcBef>
              <a:buNone/>
              <a:defRPr sz="4200" kern="1200">
                <a:solidFill>
                  <a:schemeClr val="accent1"/>
                </a:solidFill>
                <a:latin typeface="+mj-lt"/>
                <a:ea typeface="+mj-ea"/>
                <a:cs typeface="+mj-cs"/>
              </a:defRPr>
            </a:lvl1pPr>
          </a:lstStyle>
          <a:p>
            <a:r>
              <a:rPr lang="de-DE" sz="4400" dirty="0"/>
              <a:t>3. BERT (Tokenebene)</a:t>
            </a:r>
          </a:p>
        </p:txBody>
      </p:sp>
      <p:sp>
        <p:nvSpPr>
          <p:cNvPr id="8" name="TextBox 7">
            <a:extLst>
              <a:ext uri="{FF2B5EF4-FFF2-40B4-BE49-F238E27FC236}">
                <a16:creationId xmlns:a16="http://schemas.microsoft.com/office/drawing/2014/main" id="{5DE445AC-A2BE-4325-CC3F-D6A4DF655139}"/>
              </a:ext>
            </a:extLst>
          </p:cNvPr>
          <p:cNvSpPr txBox="1"/>
          <p:nvPr/>
        </p:nvSpPr>
        <p:spPr>
          <a:xfrm>
            <a:off x="312154" y="2927388"/>
            <a:ext cx="4149677" cy="2677656"/>
          </a:xfrm>
          <a:prstGeom prst="rect">
            <a:avLst/>
          </a:prstGeom>
          <a:noFill/>
        </p:spPr>
        <p:txBody>
          <a:bodyPr wrap="square">
            <a:spAutoFit/>
          </a:bodyPr>
          <a:lstStyle/>
          <a:p>
            <a:r>
              <a:rPr lang="de-DE" sz="1400" b="0" dirty="0" err="1">
                <a:solidFill>
                  <a:schemeClr val="tx2"/>
                </a:solidFill>
                <a:effectLst/>
                <a:latin typeface="+mj-lt"/>
              </a:rPr>
              <a:t>test_texts</a:t>
            </a:r>
            <a:r>
              <a:rPr lang="de-DE" sz="1400" b="0" dirty="0">
                <a:solidFill>
                  <a:schemeClr val="tx2"/>
                </a:solidFill>
                <a:effectLst/>
                <a:latin typeface="+mj-lt"/>
              </a:rPr>
              <a:t> = ["Sehr geehrte Damen und Herren, heute möchte ich über ein wichtiges Thema sprechen. Entschuldigung, darf ich kurz unterbrechen? &lt;</a:t>
            </a:r>
            <a:r>
              <a:rPr lang="de-DE" sz="1400" b="0" dirty="0" err="1">
                <a:solidFill>
                  <a:schemeClr val="tx2"/>
                </a:solidFill>
                <a:effectLst/>
                <a:latin typeface="+mj-lt"/>
              </a:rPr>
              <a:t>interruption</a:t>
            </a:r>
            <a:r>
              <a:rPr lang="de-DE" sz="1400" b="0" dirty="0">
                <a:solidFill>
                  <a:schemeClr val="tx2"/>
                </a:solidFill>
                <a:effectLst/>
                <a:latin typeface="+mj-lt"/>
              </a:rPr>
              <a:t>&gt; Es geht um die aktuellen wirtschaftlichen Entwicklungen. Die Zahlen zeigen einen positiven Trend, aber wir müssen vorsichtig sein. Ich habe eine Frage zu den genauen Daten, die Sie erwähnt haben. Wir dürfen nicht vergessen, dass viele Menschen noch immer von der Krise betroffen sind. Es ist entscheidend, dass wir weiterhin Maßnahmen zur Unterstützung anbieten. Vielen Dank für Ihre Aufmerksamkeit."]</a:t>
            </a:r>
          </a:p>
        </p:txBody>
      </p:sp>
      <p:sp>
        <p:nvSpPr>
          <p:cNvPr id="10" name="TextBox 9">
            <a:extLst>
              <a:ext uri="{FF2B5EF4-FFF2-40B4-BE49-F238E27FC236}">
                <a16:creationId xmlns:a16="http://schemas.microsoft.com/office/drawing/2014/main" id="{8CF974AC-3913-D25E-8C56-5C3CC0C0F8F1}"/>
              </a:ext>
            </a:extLst>
          </p:cNvPr>
          <p:cNvSpPr txBox="1"/>
          <p:nvPr/>
        </p:nvSpPr>
        <p:spPr>
          <a:xfrm>
            <a:off x="6658922" y="1855683"/>
            <a:ext cx="5220924" cy="4401205"/>
          </a:xfrm>
          <a:prstGeom prst="rect">
            <a:avLst/>
          </a:prstGeom>
          <a:noFill/>
        </p:spPr>
        <p:txBody>
          <a:bodyPr wrap="square">
            <a:spAutoFit/>
          </a:bodyPr>
          <a:lstStyle/>
          <a:p>
            <a:r>
              <a:rPr lang="en-US" sz="1400" b="0" i="0" dirty="0">
                <a:solidFill>
                  <a:schemeClr val="tx2"/>
                </a:solidFill>
                <a:effectLst/>
                <a:latin typeface="+mj-lt"/>
              </a:rPr>
              <a:t>Sentence: [CLS]: 0 se: 0 ##hr: 0 gee: 0 ##hr: 0 ##te: 0 dame: 0 ##n: 0 und: 0 </a:t>
            </a:r>
            <a:r>
              <a:rPr lang="en-US" sz="1400" b="0" i="0" dirty="0" err="1">
                <a:solidFill>
                  <a:schemeClr val="tx2"/>
                </a:solidFill>
                <a:effectLst/>
                <a:latin typeface="+mj-lt"/>
              </a:rPr>
              <a:t>herr</a:t>
            </a:r>
            <a:r>
              <a:rPr lang="en-US" sz="1400" b="0" i="0" dirty="0">
                <a:solidFill>
                  <a:schemeClr val="tx2"/>
                </a:solidFill>
                <a:effectLst/>
                <a:latin typeface="+mj-lt"/>
              </a:rPr>
              <a:t>: 0 ##en: 0 ,: 0 he: 0 ##ute: 0 </a:t>
            </a:r>
            <a:r>
              <a:rPr lang="en-US" sz="1400" b="0" i="0" dirty="0" err="1">
                <a:solidFill>
                  <a:schemeClr val="tx2"/>
                </a:solidFill>
                <a:effectLst/>
                <a:latin typeface="+mj-lt"/>
              </a:rPr>
              <a:t>mo</a:t>
            </a:r>
            <a:r>
              <a:rPr lang="en-US" sz="1400" b="0" i="0" dirty="0">
                <a:solidFill>
                  <a:schemeClr val="tx2"/>
                </a:solidFill>
                <a:effectLst/>
                <a:latin typeface="+mj-lt"/>
              </a:rPr>
              <a:t>: 0 ##cht: 0 ##e: 0 ich: 0 uber: 0 </a:t>
            </a:r>
            <a:r>
              <a:rPr lang="en-US" sz="1400" b="0" i="0" dirty="0" err="1">
                <a:solidFill>
                  <a:schemeClr val="tx2"/>
                </a:solidFill>
                <a:effectLst/>
                <a:latin typeface="+mj-lt"/>
              </a:rPr>
              <a:t>ein</a:t>
            </a:r>
            <a:r>
              <a:rPr lang="en-US" sz="1400" b="0" i="0" dirty="0">
                <a:solidFill>
                  <a:schemeClr val="tx2"/>
                </a:solidFill>
                <a:effectLst/>
                <a:latin typeface="+mj-lt"/>
              </a:rPr>
              <a:t>: 0 </a:t>
            </a:r>
            <a:r>
              <a:rPr lang="en-US" sz="1400" b="0" i="0" dirty="0" err="1">
                <a:solidFill>
                  <a:schemeClr val="tx2"/>
                </a:solidFill>
                <a:effectLst/>
                <a:latin typeface="+mj-lt"/>
              </a:rPr>
              <a:t>wi</a:t>
            </a:r>
            <a:r>
              <a:rPr lang="en-US" sz="1400" b="0" i="0" dirty="0">
                <a:solidFill>
                  <a:schemeClr val="tx2"/>
                </a:solidFill>
                <a:effectLst/>
                <a:latin typeface="+mj-lt"/>
              </a:rPr>
              <a:t>: 0 ##cht: 0 ##ige: 0 ##s: 0 them: 0 ##a: 0 </a:t>
            </a:r>
            <a:r>
              <a:rPr lang="en-US" sz="1400" b="0" i="0" dirty="0" err="1">
                <a:solidFill>
                  <a:schemeClr val="tx2"/>
                </a:solidFill>
                <a:effectLst/>
                <a:latin typeface="+mj-lt"/>
              </a:rPr>
              <a:t>sp</a:t>
            </a:r>
            <a:r>
              <a:rPr lang="en-US" sz="1400" b="0" i="0" dirty="0">
                <a:solidFill>
                  <a:schemeClr val="tx2"/>
                </a:solidFill>
                <a:effectLst/>
                <a:latin typeface="+mj-lt"/>
              </a:rPr>
              <a:t>: 0 ##re: 0 ##chen: 0 .: 0 </a:t>
            </a:r>
            <a:r>
              <a:rPr lang="en-US" sz="1400" b="0" i="0" dirty="0" err="1">
                <a:solidFill>
                  <a:schemeClr val="tx2"/>
                </a:solidFill>
                <a:effectLst/>
                <a:latin typeface="+mj-lt"/>
              </a:rPr>
              <a:t>en</a:t>
            </a:r>
            <a:r>
              <a:rPr lang="en-US" sz="1400" b="0" i="0" dirty="0">
                <a:solidFill>
                  <a:schemeClr val="tx2"/>
                </a:solidFill>
                <a:effectLst/>
                <a:latin typeface="+mj-lt"/>
              </a:rPr>
              <a:t>: 0 ##ts: 0 ##chu: 0 ##ld: 0 ##ig: 0 ##ung: 0 ,: 0 </a:t>
            </a:r>
            <a:r>
              <a:rPr lang="en-US" sz="1400" b="0" i="0" dirty="0" err="1">
                <a:solidFill>
                  <a:schemeClr val="tx2"/>
                </a:solidFill>
                <a:effectLst/>
                <a:latin typeface="+mj-lt"/>
              </a:rPr>
              <a:t>dar</a:t>
            </a:r>
            <a:r>
              <a:rPr lang="en-US" sz="1400" b="0" i="0" dirty="0">
                <a:solidFill>
                  <a:schemeClr val="tx2"/>
                </a:solidFill>
                <a:effectLst/>
                <a:latin typeface="+mj-lt"/>
              </a:rPr>
              <a:t>: 0 ##f: 0 ich: 0 </a:t>
            </a:r>
            <a:r>
              <a:rPr lang="en-US" sz="1400" b="0" i="0" dirty="0" err="1">
                <a:solidFill>
                  <a:schemeClr val="tx2"/>
                </a:solidFill>
                <a:effectLst/>
                <a:latin typeface="+mj-lt"/>
              </a:rPr>
              <a:t>ku</a:t>
            </a:r>
            <a:r>
              <a:rPr lang="en-US" sz="1400" b="0" i="0" dirty="0">
                <a:solidFill>
                  <a:schemeClr val="tx2"/>
                </a:solidFill>
                <a:effectLst/>
                <a:latin typeface="+mj-lt"/>
              </a:rPr>
              <a:t>: 0 ##rz: 0 un: 0 ##ter: 0 ##bre: 0 ##chen: 0 ?: 0 &lt;: 0 interruption: 0 &gt;: 0 es: 0 </a:t>
            </a:r>
            <a:r>
              <a:rPr lang="en-US" sz="1400" b="0" i="0" dirty="0" err="1">
                <a:solidFill>
                  <a:schemeClr val="tx2"/>
                </a:solidFill>
                <a:effectLst/>
                <a:latin typeface="+mj-lt"/>
              </a:rPr>
              <a:t>ge</a:t>
            </a:r>
            <a:r>
              <a:rPr lang="en-US" sz="1400" b="0" i="0" dirty="0">
                <a:solidFill>
                  <a:schemeClr val="tx2"/>
                </a:solidFill>
                <a:effectLst/>
                <a:latin typeface="+mj-lt"/>
              </a:rPr>
              <a:t>: 0 ##ht: 0 um: 0 die: 0 </a:t>
            </a:r>
            <a:r>
              <a:rPr lang="en-US" sz="1400" b="0" i="0" dirty="0" err="1">
                <a:solidFill>
                  <a:schemeClr val="tx2"/>
                </a:solidFill>
                <a:effectLst/>
                <a:latin typeface="+mj-lt"/>
              </a:rPr>
              <a:t>ak</a:t>
            </a:r>
            <a:r>
              <a:rPr lang="en-US" sz="1400" b="0" i="0" dirty="0">
                <a:solidFill>
                  <a:schemeClr val="tx2"/>
                </a:solidFill>
                <a:effectLst/>
                <a:latin typeface="+mj-lt"/>
              </a:rPr>
              <a:t>: 0 ##tu: 0 ##elle: 0 ##n: 0 </a:t>
            </a:r>
            <a:r>
              <a:rPr lang="en-US" sz="1400" b="0" i="0" dirty="0" err="1">
                <a:solidFill>
                  <a:schemeClr val="tx2"/>
                </a:solidFill>
                <a:effectLst/>
                <a:latin typeface="+mj-lt"/>
              </a:rPr>
              <a:t>wi</a:t>
            </a:r>
            <a:r>
              <a:rPr lang="en-US" sz="1400" b="0" i="0" dirty="0">
                <a:solidFill>
                  <a:schemeClr val="tx2"/>
                </a:solidFill>
                <a:effectLst/>
                <a:latin typeface="+mj-lt"/>
              </a:rPr>
              <a:t>: 0 ##rts: 0 ##chaft: 0 ##liche: 0 ##n: 0 </a:t>
            </a:r>
            <a:r>
              <a:rPr lang="en-US" sz="1400" b="0" i="0" dirty="0" err="1">
                <a:solidFill>
                  <a:schemeClr val="tx2"/>
                </a:solidFill>
                <a:effectLst/>
                <a:latin typeface="+mj-lt"/>
              </a:rPr>
              <a:t>en</a:t>
            </a:r>
            <a:r>
              <a:rPr lang="en-US" sz="1400" b="0" i="0" dirty="0">
                <a:solidFill>
                  <a:schemeClr val="tx2"/>
                </a:solidFill>
                <a:effectLst/>
                <a:latin typeface="+mj-lt"/>
              </a:rPr>
              <a:t>: 0 ##t: 0 ##wick: 0 ##lun: 0 ##gen: 0 .: 0 die: 0 za: 0 ##hl: 0 ##en: 0 ze: 0 ##igen: 0 </a:t>
            </a:r>
            <a:r>
              <a:rPr lang="en-US" sz="1400" b="0" i="0" dirty="0" err="1">
                <a:solidFill>
                  <a:schemeClr val="tx2"/>
                </a:solidFill>
                <a:effectLst/>
                <a:latin typeface="+mj-lt"/>
              </a:rPr>
              <a:t>eine</a:t>
            </a:r>
            <a:r>
              <a:rPr lang="en-US" sz="1400" b="0" i="0" dirty="0">
                <a:solidFill>
                  <a:schemeClr val="tx2"/>
                </a:solidFill>
                <a:effectLst/>
                <a:latin typeface="+mj-lt"/>
              </a:rPr>
              <a:t>: 0 ##n: 0 positive: 0 ##n: 0 trend: 0 ,: 0 </a:t>
            </a:r>
            <a:r>
              <a:rPr lang="en-US" sz="1400" b="0" i="0" dirty="0" err="1">
                <a:solidFill>
                  <a:schemeClr val="tx2"/>
                </a:solidFill>
                <a:effectLst/>
                <a:latin typeface="+mj-lt"/>
              </a:rPr>
              <a:t>abe</a:t>
            </a:r>
            <a:r>
              <a:rPr lang="en-US" sz="1400" b="0" i="0" dirty="0">
                <a:solidFill>
                  <a:schemeClr val="tx2"/>
                </a:solidFill>
                <a:effectLst/>
                <a:latin typeface="+mj-lt"/>
              </a:rPr>
              <a:t>: 0 ##r: 0 </a:t>
            </a:r>
            <a:r>
              <a:rPr lang="en-US" sz="1400" b="0" i="0" dirty="0" err="1">
                <a:solidFill>
                  <a:schemeClr val="tx2"/>
                </a:solidFill>
                <a:effectLst/>
                <a:latin typeface="+mj-lt"/>
              </a:rPr>
              <a:t>wi</a:t>
            </a:r>
            <a:r>
              <a:rPr lang="en-US" sz="1400" b="0" i="0" dirty="0">
                <a:solidFill>
                  <a:schemeClr val="tx2"/>
                </a:solidFill>
                <a:effectLst/>
                <a:latin typeface="+mj-lt"/>
              </a:rPr>
              <a:t>: 0 ##r: 0 mu: 0 ##ssen: 0 </a:t>
            </a:r>
            <a:r>
              <a:rPr lang="en-US" sz="1400" b="0" i="0" dirty="0" err="1">
                <a:solidFill>
                  <a:schemeClr val="tx2"/>
                </a:solidFill>
                <a:effectLst/>
                <a:latin typeface="+mj-lt"/>
              </a:rPr>
              <a:t>vo</a:t>
            </a:r>
            <a:r>
              <a:rPr lang="en-US" sz="1400" b="0" i="0" dirty="0">
                <a:solidFill>
                  <a:schemeClr val="tx2"/>
                </a:solidFill>
                <a:effectLst/>
                <a:latin typeface="+mj-lt"/>
              </a:rPr>
              <a:t>: 0 ##rs: 0 ##ich: 0 ##ti: 0 ##g: 0 se: 0 ##in: 0 .: 0 ich: 0 ha: 0 ##be: 0 </a:t>
            </a:r>
            <a:r>
              <a:rPr lang="en-US" sz="1400" b="0" i="0" dirty="0" err="1">
                <a:solidFill>
                  <a:schemeClr val="tx2"/>
                </a:solidFill>
                <a:effectLst/>
                <a:latin typeface="+mj-lt"/>
              </a:rPr>
              <a:t>eine</a:t>
            </a:r>
            <a:r>
              <a:rPr lang="en-US" sz="1400" b="0" i="0" dirty="0">
                <a:solidFill>
                  <a:schemeClr val="tx2"/>
                </a:solidFill>
                <a:effectLst/>
                <a:latin typeface="+mj-lt"/>
              </a:rPr>
              <a:t>: 0 </a:t>
            </a:r>
            <a:r>
              <a:rPr lang="en-US" sz="1400" b="0" i="0" dirty="0" err="1">
                <a:solidFill>
                  <a:schemeClr val="tx2"/>
                </a:solidFill>
                <a:effectLst/>
                <a:latin typeface="+mj-lt"/>
              </a:rPr>
              <a:t>fra</a:t>
            </a:r>
            <a:r>
              <a:rPr lang="en-US" sz="1400" b="0" i="0" dirty="0">
                <a:solidFill>
                  <a:schemeClr val="tx2"/>
                </a:solidFill>
                <a:effectLst/>
                <a:latin typeface="+mj-lt"/>
              </a:rPr>
              <a:t>: 0 ##ge: 0 </a:t>
            </a:r>
            <a:r>
              <a:rPr lang="en-US" sz="1400" b="0" i="0" dirty="0" err="1">
                <a:solidFill>
                  <a:schemeClr val="tx2"/>
                </a:solidFill>
                <a:effectLst/>
                <a:latin typeface="+mj-lt"/>
              </a:rPr>
              <a:t>zu</a:t>
            </a:r>
            <a:r>
              <a:rPr lang="en-US" sz="1400" b="0" i="0" dirty="0">
                <a:solidFill>
                  <a:schemeClr val="tx2"/>
                </a:solidFill>
                <a:effectLst/>
                <a:latin typeface="+mj-lt"/>
              </a:rPr>
              <a:t>: 0 den: 0 gen: 0 ##au: 0 ##en: 0 date: 0 ##n: 0 ,: 0 die: 0 </a:t>
            </a:r>
            <a:r>
              <a:rPr lang="en-US" sz="1400" b="0" i="0" dirty="0" err="1">
                <a:solidFill>
                  <a:schemeClr val="tx2"/>
                </a:solidFill>
                <a:effectLst/>
                <a:latin typeface="+mj-lt"/>
              </a:rPr>
              <a:t>si</a:t>
            </a:r>
            <a:r>
              <a:rPr lang="en-US" sz="1400" b="0" i="0" dirty="0">
                <a:solidFill>
                  <a:schemeClr val="tx2"/>
                </a:solidFill>
                <a:effectLst/>
                <a:latin typeface="+mj-lt"/>
              </a:rPr>
              <a:t>: 0 ##e: 0 er: 0 ##wa: 0 ##hn: 0 ##t: 0 ha: 0 ##ben: 0 .: 0 </a:t>
            </a:r>
            <a:r>
              <a:rPr lang="en-US" sz="1400" b="0" i="0" dirty="0" err="1">
                <a:solidFill>
                  <a:schemeClr val="tx2"/>
                </a:solidFill>
                <a:effectLst/>
                <a:latin typeface="+mj-lt"/>
              </a:rPr>
              <a:t>wi</a:t>
            </a:r>
            <a:r>
              <a:rPr lang="en-US" sz="1400" b="0" i="0" dirty="0">
                <a:solidFill>
                  <a:schemeClr val="tx2"/>
                </a:solidFill>
                <a:effectLst/>
                <a:latin typeface="+mj-lt"/>
              </a:rPr>
              <a:t>: 0 ##r: 0 du: 0 ##rf: 0 ##en: 0 </a:t>
            </a:r>
            <a:r>
              <a:rPr lang="en-US" sz="1400" b="0" i="0" dirty="0" err="1">
                <a:solidFill>
                  <a:schemeClr val="tx2"/>
                </a:solidFill>
                <a:effectLst/>
                <a:latin typeface="+mj-lt"/>
              </a:rPr>
              <a:t>nic</a:t>
            </a:r>
            <a:r>
              <a:rPr lang="en-US" sz="1400" b="0" i="0" dirty="0">
                <a:solidFill>
                  <a:schemeClr val="tx2"/>
                </a:solidFill>
                <a:effectLst/>
                <a:latin typeface="+mj-lt"/>
              </a:rPr>
              <a:t>: 0 ##ht: 0 verge: 0 ##ssen: 0 ,: 0 das: 0 ##s: 0 vie: 0 ##le: 0 men: 0 ##schen: 0 no: 0 ##ch: 0 </a:t>
            </a:r>
            <a:r>
              <a:rPr lang="en-US" sz="1400" b="0" i="0" dirty="0" err="1">
                <a:solidFill>
                  <a:schemeClr val="tx2"/>
                </a:solidFill>
                <a:effectLst/>
                <a:latin typeface="+mj-lt"/>
              </a:rPr>
              <a:t>im</a:t>
            </a:r>
            <a:r>
              <a:rPr lang="en-US" sz="1400" b="0" i="0" dirty="0">
                <a:solidFill>
                  <a:schemeClr val="tx2"/>
                </a:solidFill>
                <a:effectLst/>
                <a:latin typeface="+mj-lt"/>
              </a:rPr>
              <a:t>: 0 ##mer: 0 von: 0 der: 0 kris: 0 ##e: 0 bet: 0 ##ro: 0 ##ffen: 0 sin: 0 ##d: 0 .: 0 es: 0 </a:t>
            </a:r>
            <a:r>
              <a:rPr lang="en-US" sz="1400" b="0" i="0" dirty="0" err="1">
                <a:solidFill>
                  <a:schemeClr val="tx2"/>
                </a:solidFill>
                <a:effectLst/>
                <a:latin typeface="+mj-lt"/>
              </a:rPr>
              <a:t>ist</a:t>
            </a:r>
            <a:r>
              <a:rPr lang="en-US" sz="1400" b="0" i="0" dirty="0">
                <a:solidFill>
                  <a:schemeClr val="tx2"/>
                </a:solidFill>
                <a:effectLst/>
                <a:latin typeface="+mj-lt"/>
              </a:rPr>
              <a:t>: 0 </a:t>
            </a:r>
            <a:r>
              <a:rPr lang="en-US" sz="1400" b="0" i="0" dirty="0" err="1">
                <a:solidFill>
                  <a:schemeClr val="tx2"/>
                </a:solidFill>
                <a:effectLst/>
                <a:latin typeface="+mj-lt"/>
              </a:rPr>
              <a:t>en</a:t>
            </a:r>
            <a:r>
              <a:rPr lang="en-US" sz="1400" b="0" i="0" dirty="0">
                <a:solidFill>
                  <a:schemeClr val="tx2"/>
                </a:solidFill>
                <a:effectLst/>
                <a:latin typeface="+mj-lt"/>
              </a:rPr>
              <a:t>: 0 ##ts: 0 ##che: 0 ##ide: 0 ##nd: 0 ,: 0 das: 0 ##s: 0 </a:t>
            </a:r>
            <a:r>
              <a:rPr lang="en-US" sz="1400" b="0" i="0" dirty="0" err="1">
                <a:solidFill>
                  <a:schemeClr val="tx2"/>
                </a:solidFill>
                <a:effectLst/>
                <a:latin typeface="+mj-lt"/>
              </a:rPr>
              <a:t>wi</a:t>
            </a:r>
            <a:r>
              <a:rPr lang="en-US" sz="1400" b="0" i="0" dirty="0">
                <a:solidFill>
                  <a:schemeClr val="tx2"/>
                </a:solidFill>
                <a:effectLst/>
                <a:latin typeface="+mj-lt"/>
              </a:rPr>
              <a:t>: 0 ##r: 0 </a:t>
            </a:r>
            <a:r>
              <a:rPr lang="en-US" sz="1400" b="0" i="0" dirty="0" err="1">
                <a:solidFill>
                  <a:schemeClr val="tx2"/>
                </a:solidFill>
                <a:effectLst/>
                <a:latin typeface="+mj-lt"/>
              </a:rPr>
              <a:t>wei</a:t>
            </a:r>
            <a:r>
              <a:rPr lang="en-US" sz="1400" b="0" i="0" dirty="0">
                <a:solidFill>
                  <a:schemeClr val="tx2"/>
                </a:solidFill>
                <a:effectLst/>
                <a:latin typeface="+mj-lt"/>
              </a:rPr>
              <a:t>: 0 ##ter: 0 ##hin: 0 ma: 0 ##ß: 0 ##nah: 0 ##men: 0 </a:t>
            </a:r>
            <a:r>
              <a:rPr lang="en-US" sz="1400" b="0" i="0" dirty="0" err="1">
                <a:solidFill>
                  <a:schemeClr val="tx2"/>
                </a:solidFill>
                <a:effectLst/>
                <a:latin typeface="+mj-lt"/>
              </a:rPr>
              <a:t>zur</a:t>
            </a:r>
            <a:r>
              <a:rPr lang="en-US" sz="1400" b="0" i="0" dirty="0">
                <a:solidFill>
                  <a:schemeClr val="tx2"/>
                </a:solidFill>
                <a:effectLst/>
                <a:latin typeface="+mj-lt"/>
              </a:rPr>
              <a:t>: 0 un: 0 ##ters: 0 ##tu: 0 ##tz: 0 ##ung: 0 an: 0 ##bie: 0 ##ten: 0 .: 0 vie: 0 ##len: 0 dan: 0 ##k: 0 fur: 0 i: 0 ##hre: 0 auf: 0 ##mer: 0 ##ks: 0 ##am: 0 ##kei: 0 ##t: 0 .: 0 [SEP]: 0</a:t>
            </a:r>
            <a:endParaRPr lang="en-US" sz="1400" dirty="0">
              <a:solidFill>
                <a:schemeClr val="tx2"/>
              </a:solidFill>
              <a:latin typeface="+mj-lt"/>
            </a:endParaRPr>
          </a:p>
        </p:txBody>
      </p:sp>
      <p:sp>
        <p:nvSpPr>
          <p:cNvPr id="9" name="Arrow: Right 8">
            <a:extLst>
              <a:ext uri="{FF2B5EF4-FFF2-40B4-BE49-F238E27FC236}">
                <a16:creationId xmlns:a16="http://schemas.microsoft.com/office/drawing/2014/main" id="{923F463E-26D7-40F5-89D7-FAAEF03E1754}"/>
              </a:ext>
            </a:extLst>
          </p:cNvPr>
          <p:cNvSpPr/>
          <p:nvPr/>
        </p:nvSpPr>
        <p:spPr>
          <a:xfrm>
            <a:off x="4976482" y="3716951"/>
            <a:ext cx="1167788" cy="54926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55000" lnSpcReduction="20000"/>
          </a:bodyPr>
          <a:lstStyle/>
          <a:p>
            <a:pPr algn="ctr"/>
            <a:endParaRPr lang="en-US" sz="2400" dirty="0"/>
          </a:p>
        </p:txBody>
      </p:sp>
      <p:sp>
        <p:nvSpPr>
          <p:cNvPr id="11" name="TextBox 10">
            <a:extLst>
              <a:ext uri="{FF2B5EF4-FFF2-40B4-BE49-F238E27FC236}">
                <a16:creationId xmlns:a16="http://schemas.microsoft.com/office/drawing/2014/main" id="{0DD4565D-A5CE-0E5F-0AA9-AB6265D57B03}"/>
              </a:ext>
            </a:extLst>
          </p:cNvPr>
          <p:cNvSpPr txBox="1"/>
          <p:nvPr/>
        </p:nvSpPr>
        <p:spPr>
          <a:xfrm>
            <a:off x="1416212" y="1925263"/>
            <a:ext cx="1683474" cy="923330"/>
          </a:xfrm>
          <a:prstGeom prst="rect">
            <a:avLst/>
          </a:prstGeom>
          <a:noFill/>
        </p:spPr>
        <p:txBody>
          <a:bodyPr wrap="none" rtlCol="0">
            <a:spAutoFit/>
          </a:bodyPr>
          <a:lstStyle/>
          <a:p>
            <a:r>
              <a:rPr lang="de-DE" sz="5400" dirty="0">
                <a:solidFill>
                  <a:schemeClr val="accent1"/>
                </a:solidFill>
              </a:rPr>
              <a:t>Input</a:t>
            </a:r>
            <a:endParaRPr lang="en-US" sz="5400" dirty="0">
              <a:solidFill>
                <a:schemeClr val="accent1"/>
              </a:solidFill>
            </a:endParaRPr>
          </a:p>
        </p:txBody>
      </p:sp>
      <p:sp>
        <p:nvSpPr>
          <p:cNvPr id="12" name="TextBox 11">
            <a:extLst>
              <a:ext uri="{FF2B5EF4-FFF2-40B4-BE49-F238E27FC236}">
                <a16:creationId xmlns:a16="http://schemas.microsoft.com/office/drawing/2014/main" id="{0D8AF03E-9726-6971-2D3B-24670E271C57}"/>
              </a:ext>
            </a:extLst>
          </p:cNvPr>
          <p:cNvSpPr txBox="1"/>
          <p:nvPr/>
        </p:nvSpPr>
        <p:spPr>
          <a:xfrm>
            <a:off x="8169563" y="969831"/>
            <a:ext cx="2199641" cy="923330"/>
          </a:xfrm>
          <a:prstGeom prst="rect">
            <a:avLst/>
          </a:prstGeom>
          <a:noFill/>
        </p:spPr>
        <p:txBody>
          <a:bodyPr wrap="none" rtlCol="0">
            <a:spAutoFit/>
          </a:bodyPr>
          <a:lstStyle/>
          <a:p>
            <a:r>
              <a:rPr lang="de-DE" sz="5400" dirty="0">
                <a:solidFill>
                  <a:schemeClr val="accent1"/>
                </a:solidFill>
              </a:rPr>
              <a:t>Output</a:t>
            </a:r>
            <a:endParaRPr lang="en-US" sz="5400" dirty="0">
              <a:solidFill>
                <a:schemeClr val="accent1"/>
              </a:solidFill>
            </a:endParaRPr>
          </a:p>
        </p:txBody>
      </p:sp>
      <p:sp>
        <p:nvSpPr>
          <p:cNvPr id="13" name="TextBox 12">
            <a:extLst>
              <a:ext uri="{FF2B5EF4-FFF2-40B4-BE49-F238E27FC236}">
                <a16:creationId xmlns:a16="http://schemas.microsoft.com/office/drawing/2014/main" id="{1BD2D7F5-3913-2F3F-00A7-332BF4353EEE}"/>
              </a:ext>
            </a:extLst>
          </p:cNvPr>
          <p:cNvSpPr txBox="1"/>
          <p:nvPr/>
        </p:nvSpPr>
        <p:spPr>
          <a:xfrm>
            <a:off x="913159" y="1249870"/>
            <a:ext cx="3165675" cy="523220"/>
          </a:xfrm>
          <a:prstGeom prst="rect">
            <a:avLst/>
          </a:prstGeom>
          <a:noFill/>
        </p:spPr>
        <p:txBody>
          <a:bodyPr wrap="none" rtlCol="0">
            <a:spAutoFit/>
          </a:bodyPr>
          <a:lstStyle/>
          <a:p>
            <a:r>
              <a:rPr lang="de-DE" sz="2800" dirty="0"/>
              <a:t>- Cross-</a:t>
            </a:r>
            <a:r>
              <a:rPr lang="de-DE" sz="2800" dirty="0" err="1"/>
              <a:t>Entropy</a:t>
            </a:r>
            <a:r>
              <a:rPr lang="de-DE" sz="2800" dirty="0"/>
              <a:t>-Loss</a:t>
            </a:r>
            <a:endParaRPr lang="en-US" sz="2800" dirty="0"/>
          </a:p>
        </p:txBody>
      </p:sp>
    </p:spTree>
    <p:extLst>
      <p:ext uri="{BB962C8B-B14F-4D97-AF65-F5344CB8AC3E}">
        <p14:creationId xmlns:p14="http://schemas.microsoft.com/office/powerpoint/2010/main" val="2137071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animBg="1"/>
      <p:bldP spid="1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ußzeilenplatzhalter 4">
            <a:extLst>
              <a:ext uri="{FF2B5EF4-FFF2-40B4-BE49-F238E27FC236}">
                <a16:creationId xmlns:a16="http://schemas.microsoft.com/office/drawing/2014/main" id="{F0A21E51-6B39-7CF4-0AEB-80D314EDEBEB}"/>
              </a:ext>
            </a:extLst>
          </p:cNvPr>
          <p:cNvSpPr>
            <a:spLocks noGrp="1"/>
          </p:cNvSpPr>
          <p:nvPr>
            <p:ph type="ftr" sz="quarter" idx="13"/>
          </p:nvPr>
        </p:nvSpPr>
        <p:spPr>
          <a:xfrm>
            <a:off x="359999" y="6379481"/>
            <a:ext cx="9000000" cy="136460"/>
          </a:xfrm>
        </p:spPr>
        <p:txBody>
          <a:bodyPr/>
          <a:lstStyle/>
          <a:p>
            <a:r>
              <a:rPr lang="de-DE" dirty="0"/>
              <a:t>www.th-nuernberg.de</a:t>
            </a:r>
          </a:p>
        </p:txBody>
      </p:sp>
      <p:sp>
        <p:nvSpPr>
          <p:cNvPr id="6" name="Foliennummernplatzhalter 5">
            <a:extLst>
              <a:ext uri="{FF2B5EF4-FFF2-40B4-BE49-F238E27FC236}">
                <a16:creationId xmlns:a16="http://schemas.microsoft.com/office/drawing/2014/main" id="{25F9A502-4A24-D037-2D86-B00DEFFDF613}"/>
              </a:ext>
            </a:extLst>
          </p:cNvPr>
          <p:cNvSpPr>
            <a:spLocks noGrp="1"/>
          </p:cNvSpPr>
          <p:nvPr>
            <p:ph type="sldNum" sz="quarter" idx="14"/>
          </p:nvPr>
        </p:nvSpPr>
        <p:spPr/>
        <p:txBody>
          <a:bodyPr/>
          <a:lstStyle/>
          <a:p>
            <a:fld id="{13FEB9C3-1FF9-4F1A-B0DB-7E320F93F669}" type="slidenum">
              <a:rPr lang="de-DE" smtClean="0"/>
              <a:pPr/>
              <a:t>23</a:t>
            </a:fld>
            <a:endParaRPr lang="de-DE"/>
          </a:p>
        </p:txBody>
      </p:sp>
      <p:sp>
        <p:nvSpPr>
          <p:cNvPr id="3" name="Titel 1">
            <a:extLst>
              <a:ext uri="{FF2B5EF4-FFF2-40B4-BE49-F238E27FC236}">
                <a16:creationId xmlns:a16="http://schemas.microsoft.com/office/drawing/2014/main" id="{733F71B2-7FF3-D25F-0B88-A3BBE2A7E614}"/>
              </a:ext>
            </a:extLst>
          </p:cNvPr>
          <p:cNvSpPr txBox="1">
            <a:spLocks/>
          </p:cNvSpPr>
          <p:nvPr/>
        </p:nvSpPr>
        <p:spPr>
          <a:xfrm>
            <a:off x="487901" y="645002"/>
            <a:ext cx="4949937" cy="649658"/>
          </a:xfrm>
          <a:prstGeom prst="rect">
            <a:avLst/>
          </a:prstGeom>
        </p:spPr>
        <p:txBody>
          <a:bodyPr vert="horz" lIns="0" tIns="0" rIns="0" bIns="0" rtlCol="0" anchor="b">
            <a:noAutofit/>
          </a:bodyPr>
          <a:lstStyle>
            <a:lvl1pPr algn="l" defTabSz="914400" rtl="0" eaLnBrk="1" latinLnBrk="0" hangingPunct="1">
              <a:lnSpc>
                <a:spcPts val="4300"/>
              </a:lnSpc>
              <a:spcBef>
                <a:spcPct val="0"/>
              </a:spcBef>
              <a:buNone/>
              <a:defRPr sz="4200" kern="1200">
                <a:solidFill>
                  <a:schemeClr val="accent1"/>
                </a:solidFill>
                <a:latin typeface="+mj-lt"/>
                <a:ea typeface="+mj-ea"/>
                <a:cs typeface="+mj-cs"/>
              </a:defRPr>
            </a:lvl1pPr>
          </a:lstStyle>
          <a:p>
            <a:r>
              <a:rPr lang="de-DE" sz="4400" dirty="0"/>
              <a:t>3. BERT (Tokenebene)</a:t>
            </a:r>
          </a:p>
        </p:txBody>
      </p:sp>
      <p:sp>
        <p:nvSpPr>
          <p:cNvPr id="8" name="TextBox 7">
            <a:extLst>
              <a:ext uri="{FF2B5EF4-FFF2-40B4-BE49-F238E27FC236}">
                <a16:creationId xmlns:a16="http://schemas.microsoft.com/office/drawing/2014/main" id="{5DE445AC-A2BE-4325-CC3F-D6A4DF655139}"/>
              </a:ext>
            </a:extLst>
          </p:cNvPr>
          <p:cNvSpPr txBox="1"/>
          <p:nvPr/>
        </p:nvSpPr>
        <p:spPr>
          <a:xfrm>
            <a:off x="312154" y="2927388"/>
            <a:ext cx="4149677" cy="2677656"/>
          </a:xfrm>
          <a:prstGeom prst="rect">
            <a:avLst/>
          </a:prstGeom>
          <a:noFill/>
        </p:spPr>
        <p:txBody>
          <a:bodyPr wrap="square">
            <a:spAutoFit/>
          </a:bodyPr>
          <a:lstStyle/>
          <a:p>
            <a:r>
              <a:rPr lang="de-DE" sz="1400" b="0" dirty="0" err="1">
                <a:solidFill>
                  <a:schemeClr val="tx2"/>
                </a:solidFill>
                <a:effectLst/>
                <a:latin typeface="+mj-lt"/>
              </a:rPr>
              <a:t>test_texts</a:t>
            </a:r>
            <a:r>
              <a:rPr lang="de-DE" sz="1400" b="0" dirty="0">
                <a:solidFill>
                  <a:schemeClr val="tx2"/>
                </a:solidFill>
                <a:effectLst/>
                <a:latin typeface="+mj-lt"/>
              </a:rPr>
              <a:t> = ["Sehr geehrte Damen und Herren, heute möchte ich über ein wichtiges Thema sprechen. Entschuldigung, darf ich kurz unterbrechen? &lt;</a:t>
            </a:r>
            <a:r>
              <a:rPr lang="de-DE" sz="1400" b="0" dirty="0" err="1">
                <a:solidFill>
                  <a:schemeClr val="tx2"/>
                </a:solidFill>
                <a:effectLst/>
                <a:latin typeface="+mj-lt"/>
              </a:rPr>
              <a:t>interruption</a:t>
            </a:r>
            <a:r>
              <a:rPr lang="de-DE" sz="1400" b="0" dirty="0">
                <a:solidFill>
                  <a:schemeClr val="tx2"/>
                </a:solidFill>
                <a:effectLst/>
                <a:latin typeface="+mj-lt"/>
              </a:rPr>
              <a:t>&gt; Es geht um die aktuellen wirtschaftlichen Entwicklungen. Die Zahlen zeigen einen positiven Trend, aber wir müssen vorsichtig sein. Ich habe eine Frage zu den genauen Daten, die Sie erwähnt haben. Wir dürfen nicht vergessen, dass viele Menschen noch immer von der Krise betroffen sind. Es ist entscheidend, dass wir weiterhin Maßnahmen zur Unterstützung anbieten. Vielen Dank für Ihre Aufmerksamkeit."]</a:t>
            </a:r>
          </a:p>
        </p:txBody>
      </p:sp>
      <p:sp>
        <p:nvSpPr>
          <p:cNvPr id="10" name="TextBox 9">
            <a:extLst>
              <a:ext uri="{FF2B5EF4-FFF2-40B4-BE49-F238E27FC236}">
                <a16:creationId xmlns:a16="http://schemas.microsoft.com/office/drawing/2014/main" id="{8CF974AC-3913-D25E-8C56-5C3CC0C0F8F1}"/>
              </a:ext>
            </a:extLst>
          </p:cNvPr>
          <p:cNvSpPr txBox="1"/>
          <p:nvPr/>
        </p:nvSpPr>
        <p:spPr>
          <a:xfrm>
            <a:off x="6658922" y="1855683"/>
            <a:ext cx="5220924" cy="4401205"/>
          </a:xfrm>
          <a:prstGeom prst="rect">
            <a:avLst/>
          </a:prstGeom>
          <a:noFill/>
        </p:spPr>
        <p:txBody>
          <a:bodyPr wrap="square">
            <a:spAutoFit/>
          </a:bodyPr>
          <a:lstStyle/>
          <a:p>
            <a:r>
              <a:rPr lang="en-US" sz="1400" b="0" i="0" dirty="0">
                <a:solidFill>
                  <a:schemeClr val="tx2"/>
                </a:solidFill>
                <a:effectLst/>
                <a:latin typeface="+mj-lt"/>
              </a:rPr>
              <a:t>Sentence: [CLS]: 0 se: 0 ##hr: 0 gee: 0 ##hr: 0 ##te: 0 dame: 0 ##n: 0 und: 0 </a:t>
            </a:r>
            <a:r>
              <a:rPr lang="en-US" sz="1400" b="0" i="0" dirty="0" err="1">
                <a:solidFill>
                  <a:schemeClr val="tx2"/>
                </a:solidFill>
                <a:effectLst/>
                <a:latin typeface="+mj-lt"/>
              </a:rPr>
              <a:t>herr</a:t>
            </a:r>
            <a:r>
              <a:rPr lang="en-US" sz="1400" b="0" i="0" dirty="0">
                <a:solidFill>
                  <a:schemeClr val="tx2"/>
                </a:solidFill>
                <a:effectLst/>
                <a:latin typeface="+mj-lt"/>
              </a:rPr>
              <a:t>: 0 ##en: 0 ,: 0 he: 0 ##ute: 0 </a:t>
            </a:r>
            <a:r>
              <a:rPr lang="en-US" sz="1400" b="0" i="0" dirty="0" err="1">
                <a:solidFill>
                  <a:schemeClr val="tx2"/>
                </a:solidFill>
                <a:effectLst/>
                <a:latin typeface="+mj-lt"/>
              </a:rPr>
              <a:t>mo</a:t>
            </a:r>
            <a:r>
              <a:rPr lang="en-US" sz="1400" b="0" i="0" dirty="0">
                <a:solidFill>
                  <a:schemeClr val="tx2"/>
                </a:solidFill>
                <a:effectLst/>
                <a:latin typeface="+mj-lt"/>
              </a:rPr>
              <a:t>: 0 ##cht: 0 ##e: 0 ich: 0 uber: 0 </a:t>
            </a:r>
            <a:r>
              <a:rPr lang="en-US" sz="1400" b="0" i="0" dirty="0" err="1">
                <a:solidFill>
                  <a:schemeClr val="tx2"/>
                </a:solidFill>
                <a:effectLst/>
                <a:latin typeface="+mj-lt"/>
              </a:rPr>
              <a:t>ein</a:t>
            </a:r>
            <a:r>
              <a:rPr lang="en-US" sz="1400" b="0" i="0" dirty="0">
                <a:solidFill>
                  <a:schemeClr val="tx2"/>
                </a:solidFill>
                <a:effectLst/>
                <a:latin typeface="+mj-lt"/>
              </a:rPr>
              <a:t>: 0 </a:t>
            </a:r>
            <a:r>
              <a:rPr lang="en-US" sz="1400" b="0" i="0" dirty="0" err="1">
                <a:solidFill>
                  <a:schemeClr val="tx2"/>
                </a:solidFill>
                <a:effectLst/>
                <a:latin typeface="+mj-lt"/>
              </a:rPr>
              <a:t>wi</a:t>
            </a:r>
            <a:r>
              <a:rPr lang="en-US" sz="1400" b="0" i="0" dirty="0">
                <a:solidFill>
                  <a:schemeClr val="tx2"/>
                </a:solidFill>
                <a:effectLst/>
                <a:latin typeface="+mj-lt"/>
              </a:rPr>
              <a:t>: 0 ##cht: 0 ##ige: 0 ##s: 0 them: 0 ##a: 0 </a:t>
            </a:r>
            <a:r>
              <a:rPr lang="en-US" sz="1400" b="0" i="0" dirty="0" err="1">
                <a:solidFill>
                  <a:schemeClr val="tx2"/>
                </a:solidFill>
                <a:effectLst/>
                <a:latin typeface="+mj-lt"/>
              </a:rPr>
              <a:t>sp</a:t>
            </a:r>
            <a:r>
              <a:rPr lang="en-US" sz="1400" b="0" i="0" dirty="0">
                <a:solidFill>
                  <a:schemeClr val="tx2"/>
                </a:solidFill>
                <a:effectLst/>
                <a:latin typeface="+mj-lt"/>
              </a:rPr>
              <a:t>: 0 ##re: 0 ##chen: 0 .: 0 </a:t>
            </a:r>
            <a:r>
              <a:rPr lang="en-US" sz="1400" b="0" i="0" dirty="0" err="1">
                <a:solidFill>
                  <a:schemeClr val="tx2"/>
                </a:solidFill>
                <a:effectLst/>
                <a:latin typeface="+mj-lt"/>
              </a:rPr>
              <a:t>en</a:t>
            </a:r>
            <a:r>
              <a:rPr lang="en-US" sz="1400" b="0" i="0" dirty="0">
                <a:solidFill>
                  <a:schemeClr val="tx2"/>
                </a:solidFill>
                <a:effectLst/>
                <a:latin typeface="+mj-lt"/>
              </a:rPr>
              <a:t>: 0 ##ts: 0 ##chu: 0 ##ld: 0 ##ig: 0 ##ung: 0 ,: 0 </a:t>
            </a:r>
            <a:r>
              <a:rPr lang="en-US" sz="1400" b="0" i="0" dirty="0" err="1">
                <a:solidFill>
                  <a:schemeClr val="tx2"/>
                </a:solidFill>
                <a:effectLst/>
                <a:latin typeface="+mj-lt"/>
              </a:rPr>
              <a:t>dar</a:t>
            </a:r>
            <a:r>
              <a:rPr lang="en-US" sz="1400" b="0" i="0" dirty="0">
                <a:solidFill>
                  <a:schemeClr val="tx2"/>
                </a:solidFill>
                <a:effectLst/>
                <a:latin typeface="+mj-lt"/>
              </a:rPr>
              <a:t>: 0 ##f: 0 ich: 0 </a:t>
            </a:r>
            <a:r>
              <a:rPr lang="en-US" sz="1400" b="0" i="0" dirty="0" err="1">
                <a:solidFill>
                  <a:schemeClr val="tx2"/>
                </a:solidFill>
                <a:effectLst/>
                <a:latin typeface="+mj-lt"/>
              </a:rPr>
              <a:t>ku</a:t>
            </a:r>
            <a:r>
              <a:rPr lang="en-US" sz="1400" b="0" i="0" dirty="0">
                <a:solidFill>
                  <a:schemeClr val="tx2"/>
                </a:solidFill>
                <a:effectLst/>
                <a:latin typeface="+mj-lt"/>
              </a:rPr>
              <a:t>: 0 ##rz: 0 un: 0 ##ter: 0 ##bre: 0 ##chen: 0 ?: 0 &lt;: 0 interruption: 0 &gt;: 0 es: 0 </a:t>
            </a:r>
            <a:r>
              <a:rPr lang="en-US" sz="1400" b="0" i="0" dirty="0" err="1">
                <a:solidFill>
                  <a:schemeClr val="tx2"/>
                </a:solidFill>
                <a:effectLst/>
                <a:latin typeface="+mj-lt"/>
              </a:rPr>
              <a:t>ge</a:t>
            </a:r>
            <a:r>
              <a:rPr lang="en-US" sz="1400" b="0" i="0" dirty="0">
                <a:solidFill>
                  <a:schemeClr val="tx2"/>
                </a:solidFill>
                <a:effectLst/>
                <a:latin typeface="+mj-lt"/>
              </a:rPr>
              <a:t>: 0 ##ht: 0 um: 0 die: 0 </a:t>
            </a:r>
            <a:r>
              <a:rPr lang="en-US" sz="1400" b="0" i="0" dirty="0" err="1">
                <a:solidFill>
                  <a:schemeClr val="tx2"/>
                </a:solidFill>
                <a:effectLst/>
                <a:latin typeface="+mj-lt"/>
              </a:rPr>
              <a:t>ak</a:t>
            </a:r>
            <a:r>
              <a:rPr lang="en-US" sz="1400" b="0" i="0" dirty="0">
                <a:solidFill>
                  <a:schemeClr val="tx2"/>
                </a:solidFill>
                <a:effectLst/>
                <a:latin typeface="+mj-lt"/>
              </a:rPr>
              <a:t>: 0 ##tu: 0 ##elle: 0 ##n: 0 </a:t>
            </a:r>
            <a:r>
              <a:rPr lang="en-US" sz="1400" b="0" i="0" dirty="0" err="1">
                <a:solidFill>
                  <a:schemeClr val="tx2"/>
                </a:solidFill>
                <a:effectLst/>
                <a:latin typeface="+mj-lt"/>
              </a:rPr>
              <a:t>wi</a:t>
            </a:r>
            <a:r>
              <a:rPr lang="en-US" sz="1400" b="0" i="0" dirty="0">
                <a:solidFill>
                  <a:schemeClr val="tx2"/>
                </a:solidFill>
                <a:effectLst/>
                <a:latin typeface="+mj-lt"/>
              </a:rPr>
              <a:t>: 0 ##rts: 0 ##chaft: 0 ##liche: 0 ##n: 0 </a:t>
            </a:r>
            <a:r>
              <a:rPr lang="en-US" sz="1400" b="0" i="0" dirty="0" err="1">
                <a:solidFill>
                  <a:schemeClr val="tx2"/>
                </a:solidFill>
                <a:effectLst/>
                <a:latin typeface="+mj-lt"/>
              </a:rPr>
              <a:t>en</a:t>
            </a:r>
            <a:r>
              <a:rPr lang="en-US" sz="1400" b="0" i="0" dirty="0">
                <a:solidFill>
                  <a:schemeClr val="tx2"/>
                </a:solidFill>
                <a:effectLst/>
                <a:latin typeface="+mj-lt"/>
              </a:rPr>
              <a:t>: 0 ##t: 0 ##wick: 0 ##lun: 0 ##gen: 0 .: 0 die: 0 za: 0 ##hl: 0 ##en: 0 ze: 0 ##igen: 0 </a:t>
            </a:r>
            <a:r>
              <a:rPr lang="en-US" sz="1400" b="0" i="0" dirty="0" err="1">
                <a:solidFill>
                  <a:schemeClr val="tx2"/>
                </a:solidFill>
                <a:effectLst/>
                <a:latin typeface="+mj-lt"/>
              </a:rPr>
              <a:t>eine</a:t>
            </a:r>
            <a:r>
              <a:rPr lang="en-US" sz="1400" b="0" i="0" dirty="0">
                <a:solidFill>
                  <a:schemeClr val="tx2"/>
                </a:solidFill>
                <a:effectLst/>
                <a:latin typeface="+mj-lt"/>
              </a:rPr>
              <a:t>: 0 ##n: 0 positive: 0 ##n: 0 trend: 0 ,: 0 </a:t>
            </a:r>
            <a:r>
              <a:rPr lang="en-US" sz="1400" b="0" i="0" dirty="0" err="1">
                <a:solidFill>
                  <a:schemeClr val="tx2"/>
                </a:solidFill>
                <a:effectLst/>
                <a:latin typeface="+mj-lt"/>
              </a:rPr>
              <a:t>abe</a:t>
            </a:r>
            <a:r>
              <a:rPr lang="en-US" sz="1400" b="0" i="0" dirty="0">
                <a:solidFill>
                  <a:schemeClr val="tx2"/>
                </a:solidFill>
                <a:effectLst/>
                <a:latin typeface="+mj-lt"/>
              </a:rPr>
              <a:t>: 0 ##r: 0 </a:t>
            </a:r>
            <a:r>
              <a:rPr lang="en-US" sz="1400" b="0" i="0" dirty="0" err="1">
                <a:solidFill>
                  <a:schemeClr val="tx2"/>
                </a:solidFill>
                <a:effectLst/>
                <a:latin typeface="+mj-lt"/>
              </a:rPr>
              <a:t>wi</a:t>
            </a:r>
            <a:r>
              <a:rPr lang="en-US" sz="1400" b="0" i="0" dirty="0">
                <a:solidFill>
                  <a:schemeClr val="tx2"/>
                </a:solidFill>
                <a:effectLst/>
                <a:latin typeface="+mj-lt"/>
              </a:rPr>
              <a:t>: 0 ##r: 0 mu: 0 ##ssen: 0 </a:t>
            </a:r>
            <a:r>
              <a:rPr lang="en-US" sz="1400" b="0" i="0" dirty="0" err="1">
                <a:solidFill>
                  <a:schemeClr val="tx2"/>
                </a:solidFill>
                <a:effectLst/>
                <a:latin typeface="+mj-lt"/>
              </a:rPr>
              <a:t>vo</a:t>
            </a:r>
            <a:r>
              <a:rPr lang="en-US" sz="1400" b="0" i="0" dirty="0">
                <a:solidFill>
                  <a:schemeClr val="tx2"/>
                </a:solidFill>
                <a:effectLst/>
                <a:latin typeface="+mj-lt"/>
              </a:rPr>
              <a:t>: 0 ##rs: 0 ##ich: 0 ##ti: 0 ##g: 0 se: 0 ##in: 0 .: 0 ich: 0 ha: 0 ##be: 0 </a:t>
            </a:r>
            <a:r>
              <a:rPr lang="en-US" sz="1400" b="0" i="0" dirty="0" err="1">
                <a:solidFill>
                  <a:schemeClr val="tx2"/>
                </a:solidFill>
                <a:effectLst/>
                <a:latin typeface="+mj-lt"/>
              </a:rPr>
              <a:t>eine</a:t>
            </a:r>
            <a:r>
              <a:rPr lang="en-US" sz="1400" b="0" i="0" dirty="0">
                <a:solidFill>
                  <a:schemeClr val="tx2"/>
                </a:solidFill>
                <a:effectLst/>
                <a:latin typeface="+mj-lt"/>
              </a:rPr>
              <a:t>: 0 </a:t>
            </a:r>
            <a:r>
              <a:rPr lang="en-US" sz="1400" b="0" i="0" dirty="0" err="1">
                <a:solidFill>
                  <a:schemeClr val="tx2"/>
                </a:solidFill>
                <a:effectLst/>
                <a:latin typeface="+mj-lt"/>
              </a:rPr>
              <a:t>fra</a:t>
            </a:r>
            <a:r>
              <a:rPr lang="en-US" sz="1400" b="0" i="0" dirty="0">
                <a:solidFill>
                  <a:schemeClr val="tx2"/>
                </a:solidFill>
                <a:effectLst/>
                <a:latin typeface="+mj-lt"/>
              </a:rPr>
              <a:t>: 0 ##ge: 0 </a:t>
            </a:r>
            <a:r>
              <a:rPr lang="en-US" sz="1400" b="0" i="0" dirty="0" err="1">
                <a:solidFill>
                  <a:schemeClr val="tx2"/>
                </a:solidFill>
                <a:effectLst/>
                <a:latin typeface="+mj-lt"/>
              </a:rPr>
              <a:t>zu</a:t>
            </a:r>
            <a:r>
              <a:rPr lang="en-US" sz="1400" b="0" i="0" dirty="0">
                <a:solidFill>
                  <a:schemeClr val="tx2"/>
                </a:solidFill>
                <a:effectLst/>
                <a:latin typeface="+mj-lt"/>
              </a:rPr>
              <a:t>: 0 den: 0 gen: 0 ##au: 0 ##en: 0 date: 0 ##n: 0 ,: 0 die: 0 </a:t>
            </a:r>
            <a:r>
              <a:rPr lang="en-US" sz="1400" b="0" i="0" dirty="0" err="1">
                <a:solidFill>
                  <a:schemeClr val="tx2"/>
                </a:solidFill>
                <a:effectLst/>
                <a:latin typeface="+mj-lt"/>
              </a:rPr>
              <a:t>si</a:t>
            </a:r>
            <a:r>
              <a:rPr lang="en-US" sz="1400" b="0" i="0" dirty="0">
                <a:solidFill>
                  <a:schemeClr val="tx2"/>
                </a:solidFill>
                <a:effectLst/>
                <a:latin typeface="+mj-lt"/>
              </a:rPr>
              <a:t>: 0 ##e: 0 er: 0 ##wa: 0 ##hn: 0 ##t: 0 ha: 0 ##ben: 0 .: 0 </a:t>
            </a:r>
            <a:r>
              <a:rPr lang="en-US" sz="1400" b="0" i="0" dirty="0" err="1">
                <a:solidFill>
                  <a:schemeClr val="tx2"/>
                </a:solidFill>
                <a:effectLst/>
                <a:latin typeface="+mj-lt"/>
              </a:rPr>
              <a:t>wi</a:t>
            </a:r>
            <a:r>
              <a:rPr lang="en-US" sz="1400" b="0" i="0" dirty="0">
                <a:solidFill>
                  <a:schemeClr val="tx2"/>
                </a:solidFill>
                <a:effectLst/>
                <a:latin typeface="+mj-lt"/>
              </a:rPr>
              <a:t>: 0 ##r: 0 du: 0 ##rf: 0 ##en: 0 </a:t>
            </a:r>
            <a:r>
              <a:rPr lang="en-US" sz="1400" b="0" i="0" dirty="0" err="1">
                <a:solidFill>
                  <a:schemeClr val="tx2"/>
                </a:solidFill>
                <a:effectLst/>
                <a:latin typeface="+mj-lt"/>
              </a:rPr>
              <a:t>nic</a:t>
            </a:r>
            <a:r>
              <a:rPr lang="en-US" sz="1400" b="0" i="0" dirty="0">
                <a:solidFill>
                  <a:schemeClr val="tx2"/>
                </a:solidFill>
                <a:effectLst/>
                <a:latin typeface="+mj-lt"/>
              </a:rPr>
              <a:t>: 0 ##ht: 0 verge: 0 ##ssen: 0 ,: 0 das: 0 ##s: 0 vie: 0 ##le: 0 men: 0 ##schen: 0 no: 0 ##ch: 0 </a:t>
            </a:r>
            <a:r>
              <a:rPr lang="en-US" sz="1400" b="0" i="0" dirty="0" err="1">
                <a:solidFill>
                  <a:schemeClr val="tx2"/>
                </a:solidFill>
                <a:effectLst/>
                <a:latin typeface="+mj-lt"/>
              </a:rPr>
              <a:t>im</a:t>
            </a:r>
            <a:r>
              <a:rPr lang="en-US" sz="1400" b="0" i="0" dirty="0">
                <a:solidFill>
                  <a:schemeClr val="tx2"/>
                </a:solidFill>
                <a:effectLst/>
                <a:latin typeface="+mj-lt"/>
              </a:rPr>
              <a:t>: 0 ##mer: 0 von: 0 der: 0 kris: 0 ##e: 0 bet: 0 ##ro: 0 ##ffen: 0 sin: 0 ##d: 0 .: 0 es: 0 </a:t>
            </a:r>
            <a:r>
              <a:rPr lang="en-US" sz="1400" b="0" i="0" dirty="0" err="1">
                <a:solidFill>
                  <a:schemeClr val="tx2"/>
                </a:solidFill>
                <a:effectLst/>
                <a:latin typeface="+mj-lt"/>
              </a:rPr>
              <a:t>ist</a:t>
            </a:r>
            <a:r>
              <a:rPr lang="en-US" sz="1400" b="0" i="0" dirty="0">
                <a:solidFill>
                  <a:schemeClr val="tx2"/>
                </a:solidFill>
                <a:effectLst/>
                <a:latin typeface="+mj-lt"/>
              </a:rPr>
              <a:t>: 0 </a:t>
            </a:r>
            <a:r>
              <a:rPr lang="en-US" sz="1400" b="0" i="0" dirty="0" err="1">
                <a:solidFill>
                  <a:schemeClr val="tx2"/>
                </a:solidFill>
                <a:effectLst/>
                <a:latin typeface="+mj-lt"/>
              </a:rPr>
              <a:t>en</a:t>
            </a:r>
            <a:r>
              <a:rPr lang="en-US" sz="1400" b="0" i="0" dirty="0">
                <a:solidFill>
                  <a:schemeClr val="tx2"/>
                </a:solidFill>
                <a:effectLst/>
                <a:latin typeface="+mj-lt"/>
              </a:rPr>
              <a:t>: 0 ##ts: 0 ##che: 0 ##ide: 0 ##nd: 0 ,: 0 das: 0 ##s: 0 </a:t>
            </a:r>
            <a:r>
              <a:rPr lang="en-US" sz="1400" b="0" i="0" dirty="0" err="1">
                <a:solidFill>
                  <a:schemeClr val="tx2"/>
                </a:solidFill>
                <a:effectLst/>
                <a:latin typeface="+mj-lt"/>
              </a:rPr>
              <a:t>wi</a:t>
            </a:r>
            <a:r>
              <a:rPr lang="en-US" sz="1400" b="0" i="0" dirty="0">
                <a:solidFill>
                  <a:schemeClr val="tx2"/>
                </a:solidFill>
                <a:effectLst/>
                <a:latin typeface="+mj-lt"/>
              </a:rPr>
              <a:t>: 0 ##r: 0 </a:t>
            </a:r>
            <a:r>
              <a:rPr lang="en-US" sz="1400" b="0" i="0" dirty="0" err="1">
                <a:solidFill>
                  <a:schemeClr val="tx2"/>
                </a:solidFill>
                <a:effectLst/>
                <a:latin typeface="+mj-lt"/>
              </a:rPr>
              <a:t>wei</a:t>
            </a:r>
            <a:r>
              <a:rPr lang="en-US" sz="1400" b="0" i="0" dirty="0">
                <a:solidFill>
                  <a:schemeClr val="tx2"/>
                </a:solidFill>
                <a:effectLst/>
                <a:latin typeface="+mj-lt"/>
              </a:rPr>
              <a:t>: 0 ##ter: 0 ##hin: 0 ma: 0 ##ß: 0 ##nah: 0 ##men: 0 </a:t>
            </a:r>
            <a:r>
              <a:rPr lang="en-US" sz="1400" b="0" i="0" dirty="0" err="1">
                <a:solidFill>
                  <a:schemeClr val="tx2"/>
                </a:solidFill>
                <a:effectLst/>
                <a:latin typeface="+mj-lt"/>
              </a:rPr>
              <a:t>zur</a:t>
            </a:r>
            <a:r>
              <a:rPr lang="en-US" sz="1400" b="0" i="0" dirty="0">
                <a:solidFill>
                  <a:schemeClr val="tx2"/>
                </a:solidFill>
                <a:effectLst/>
                <a:latin typeface="+mj-lt"/>
              </a:rPr>
              <a:t>: 0 un: 0 ##ters: 0 ##tu: 0 ##tz: 0 ##ung: 0 an: 0 ##bie: 0 ##ten: 0 .: 0 vie: 0 ##len: 0 dan: 0 ##k: 0 fur: 0 i: 0 ##hre: 0 auf: 0 ##mer: 0 ##ks: 0 ##am: 0 ##kei: 0 ##t: 0 .: 0 [SEP]: 0</a:t>
            </a:r>
            <a:endParaRPr lang="en-US" sz="1400" dirty="0">
              <a:solidFill>
                <a:schemeClr val="tx2"/>
              </a:solidFill>
              <a:latin typeface="+mj-lt"/>
            </a:endParaRPr>
          </a:p>
        </p:txBody>
      </p:sp>
      <p:sp>
        <p:nvSpPr>
          <p:cNvPr id="9" name="Arrow: Right 8">
            <a:extLst>
              <a:ext uri="{FF2B5EF4-FFF2-40B4-BE49-F238E27FC236}">
                <a16:creationId xmlns:a16="http://schemas.microsoft.com/office/drawing/2014/main" id="{923F463E-26D7-40F5-89D7-FAAEF03E1754}"/>
              </a:ext>
            </a:extLst>
          </p:cNvPr>
          <p:cNvSpPr/>
          <p:nvPr/>
        </p:nvSpPr>
        <p:spPr>
          <a:xfrm>
            <a:off x="4976482" y="3716951"/>
            <a:ext cx="1167788" cy="54926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55000" lnSpcReduction="20000"/>
          </a:bodyPr>
          <a:lstStyle/>
          <a:p>
            <a:pPr algn="ctr"/>
            <a:endParaRPr lang="en-US" sz="2400" dirty="0"/>
          </a:p>
        </p:txBody>
      </p:sp>
      <p:sp>
        <p:nvSpPr>
          <p:cNvPr id="11" name="TextBox 10">
            <a:extLst>
              <a:ext uri="{FF2B5EF4-FFF2-40B4-BE49-F238E27FC236}">
                <a16:creationId xmlns:a16="http://schemas.microsoft.com/office/drawing/2014/main" id="{0DD4565D-A5CE-0E5F-0AA9-AB6265D57B03}"/>
              </a:ext>
            </a:extLst>
          </p:cNvPr>
          <p:cNvSpPr txBox="1"/>
          <p:nvPr/>
        </p:nvSpPr>
        <p:spPr>
          <a:xfrm>
            <a:off x="1416212" y="1925263"/>
            <a:ext cx="1683474" cy="923330"/>
          </a:xfrm>
          <a:prstGeom prst="rect">
            <a:avLst/>
          </a:prstGeom>
          <a:noFill/>
        </p:spPr>
        <p:txBody>
          <a:bodyPr wrap="none" rtlCol="0">
            <a:spAutoFit/>
          </a:bodyPr>
          <a:lstStyle/>
          <a:p>
            <a:r>
              <a:rPr lang="de-DE" sz="5400" dirty="0">
                <a:solidFill>
                  <a:schemeClr val="accent1"/>
                </a:solidFill>
              </a:rPr>
              <a:t>Input</a:t>
            </a:r>
            <a:endParaRPr lang="en-US" sz="5400" dirty="0">
              <a:solidFill>
                <a:schemeClr val="accent1"/>
              </a:solidFill>
            </a:endParaRPr>
          </a:p>
        </p:txBody>
      </p:sp>
      <p:sp>
        <p:nvSpPr>
          <p:cNvPr id="12" name="TextBox 11">
            <a:extLst>
              <a:ext uri="{FF2B5EF4-FFF2-40B4-BE49-F238E27FC236}">
                <a16:creationId xmlns:a16="http://schemas.microsoft.com/office/drawing/2014/main" id="{0D8AF03E-9726-6971-2D3B-24670E271C57}"/>
              </a:ext>
            </a:extLst>
          </p:cNvPr>
          <p:cNvSpPr txBox="1"/>
          <p:nvPr/>
        </p:nvSpPr>
        <p:spPr>
          <a:xfrm>
            <a:off x="8169563" y="969831"/>
            <a:ext cx="2199641" cy="923330"/>
          </a:xfrm>
          <a:prstGeom prst="rect">
            <a:avLst/>
          </a:prstGeom>
          <a:noFill/>
        </p:spPr>
        <p:txBody>
          <a:bodyPr wrap="none" rtlCol="0">
            <a:spAutoFit/>
          </a:bodyPr>
          <a:lstStyle/>
          <a:p>
            <a:r>
              <a:rPr lang="de-DE" sz="5400" dirty="0">
                <a:solidFill>
                  <a:schemeClr val="accent1"/>
                </a:solidFill>
              </a:rPr>
              <a:t>Output</a:t>
            </a:r>
            <a:endParaRPr lang="en-US" sz="5400" dirty="0">
              <a:solidFill>
                <a:schemeClr val="accent1"/>
              </a:solidFill>
            </a:endParaRPr>
          </a:p>
        </p:txBody>
      </p:sp>
      <p:sp>
        <p:nvSpPr>
          <p:cNvPr id="2" name="TextBox 1">
            <a:extLst>
              <a:ext uri="{FF2B5EF4-FFF2-40B4-BE49-F238E27FC236}">
                <a16:creationId xmlns:a16="http://schemas.microsoft.com/office/drawing/2014/main" id="{1BD2D7F5-3913-2F3F-00A7-332BF4353EEE}"/>
              </a:ext>
            </a:extLst>
          </p:cNvPr>
          <p:cNvSpPr txBox="1"/>
          <p:nvPr/>
        </p:nvSpPr>
        <p:spPr>
          <a:xfrm>
            <a:off x="913159" y="1249870"/>
            <a:ext cx="4572406" cy="523220"/>
          </a:xfrm>
          <a:prstGeom prst="rect">
            <a:avLst/>
          </a:prstGeom>
          <a:noFill/>
        </p:spPr>
        <p:txBody>
          <a:bodyPr wrap="none" rtlCol="0">
            <a:spAutoFit/>
          </a:bodyPr>
          <a:lstStyle/>
          <a:p>
            <a:r>
              <a:rPr lang="de-DE" sz="2800" dirty="0"/>
              <a:t>- </a:t>
            </a:r>
            <a:r>
              <a:rPr lang="de-DE" sz="2800" dirty="0" err="1"/>
              <a:t>weighted</a:t>
            </a:r>
            <a:r>
              <a:rPr lang="de-DE" sz="2800" dirty="0"/>
              <a:t> Cross-</a:t>
            </a:r>
            <a:r>
              <a:rPr lang="de-DE" sz="2800" dirty="0" err="1"/>
              <a:t>Entropy</a:t>
            </a:r>
            <a:r>
              <a:rPr lang="de-DE" sz="2800" dirty="0"/>
              <a:t>-Loss</a:t>
            </a:r>
            <a:endParaRPr lang="en-US" sz="2800" dirty="0"/>
          </a:p>
        </p:txBody>
      </p:sp>
    </p:spTree>
    <p:extLst>
      <p:ext uri="{BB962C8B-B14F-4D97-AF65-F5344CB8AC3E}">
        <p14:creationId xmlns:p14="http://schemas.microsoft.com/office/powerpoint/2010/main" val="3533421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animBg="1"/>
      <p:bldP spid="1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F8F4A-0CBF-78A7-6052-6C18D6CB121E}"/>
              </a:ext>
            </a:extLst>
          </p:cNvPr>
          <p:cNvSpPr>
            <a:spLocks noGrp="1"/>
          </p:cNvSpPr>
          <p:nvPr>
            <p:ph type="title"/>
          </p:nvPr>
        </p:nvSpPr>
        <p:spPr>
          <a:xfrm>
            <a:off x="360181" y="750062"/>
            <a:ext cx="11471638" cy="529343"/>
          </a:xfrm>
        </p:spPr>
        <p:txBody>
          <a:bodyPr/>
          <a:lstStyle/>
          <a:p>
            <a:r>
              <a:rPr lang="de-DE" dirty="0"/>
              <a:t>4. </a:t>
            </a:r>
            <a:r>
              <a:rPr lang="de-DE" dirty="0" err="1"/>
              <a:t>RoBERTa</a:t>
            </a:r>
            <a:endParaRPr lang="en-US" dirty="0"/>
          </a:p>
        </p:txBody>
      </p:sp>
      <p:sp>
        <p:nvSpPr>
          <p:cNvPr id="5" name="Footer Placeholder 4">
            <a:extLst>
              <a:ext uri="{FF2B5EF4-FFF2-40B4-BE49-F238E27FC236}">
                <a16:creationId xmlns:a16="http://schemas.microsoft.com/office/drawing/2014/main" id="{EA3F76A5-C95D-1961-5E51-B814C3206075}"/>
              </a:ext>
            </a:extLst>
          </p:cNvPr>
          <p:cNvSpPr>
            <a:spLocks noGrp="1"/>
          </p:cNvSpPr>
          <p:nvPr>
            <p:ph type="ftr" sz="quarter" idx="13"/>
          </p:nvPr>
        </p:nvSpPr>
        <p:spPr/>
        <p:txBody>
          <a:bodyPr/>
          <a:lstStyle/>
          <a:p>
            <a:r>
              <a:rPr lang="de-DE"/>
              <a:t>www.th-nuernberg.de</a:t>
            </a:r>
            <a:endParaRPr lang="de-DE" dirty="0"/>
          </a:p>
        </p:txBody>
      </p:sp>
      <p:sp>
        <p:nvSpPr>
          <p:cNvPr id="6" name="Slide Number Placeholder 5">
            <a:extLst>
              <a:ext uri="{FF2B5EF4-FFF2-40B4-BE49-F238E27FC236}">
                <a16:creationId xmlns:a16="http://schemas.microsoft.com/office/drawing/2014/main" id="{1018147D-D702-295B-1785-F040C811917F}"/>
              </a:ext>
            </a:extLst>
          </p:cNvPr>
          <p:cNvSpPr>
            <a:spLocks noGrp="1"/>
          </p:cNvSpPr>
          <p:nvPr>
            <p:ph type="sldNum" sz="quarter" idx="14"/>
          </p:nvPr>
        </p:nvSpPr>
        <p:spPr/>
        <p:txBody>
          <a:bodyPr/>
          <a:lstStyle/>
          <a:p>
            <a:fld id="{13FEB9C3-1FF9-4F1A-B0DB-7E320F93F669}" type="slidenum">
              <a:rPr lang="de-DE" smtClean="0"/>
              <a:pPr/>
              <a:t>24</a:t>
            </a:fld>
            <a:endParaRPr lang="de-DE"/>
          </a:p>
        </p:txBody>
      </p:sp>
      <p:pic>
        <p:nvPicPr>
          <p:cNvPr id="8" name="Picture 7">
            <a:extLst>
              <a:ext uri="{FF2B5EF4-FFF2-40B4-BE49-F238E27FC236}">
                <a16:creationId xmlns:a16="http://schemas.microsoft.com/office/drawing/2014/main" id="{15962D3F-894F-35B2-63A4-41C9939E0507}"/>
              </a:ext>
            </a:extLst>
          </p:cNvPr>
          <p:cNvPicPr>
            <a:picLocks noChangeAspect="1"/>
          </p:cNvPicPr>
          <p:nvPr/>
        </p:nvPicPr>
        <p:blipFill>
          <a:blip r:embed="rId3"/>
          <a:stretch>
            <a:fillRect/>
          </a:stretch>
        </p:blipFill>
        <p:spPr>
          <a:xfrm>
            <a:off x="2244493" y="1348033"/>
            <a:ext cx="7703013" cy="5031448"/>
          </a:xfrm>
          <a:prstGeom prst="rect">
            <a:avLst/>
          </a:prstGeom>
        </p:spPr>
      </p:pic>
      <p:sp>
        <p:nvSpPr>
          <p:cNvPr id="9" name="TextBox 8">
            <a:extLst>
              <a:ext uri="{FF2B5EF4-FFF2-40B4-BE49-F238E27FC236}">
                <a16:creationId xmlns:a16="http://schemas.microsoft.com/office/drawing/2014/main" id="{D835AC0D-337E-7FBA-DB30-B9E2744A4398}"/>
              </a:ext>
            </a:extLst>
          </p:cNvPr>
          <p:cNvSpPr txBox="1"/>
          <p:nvPr/>
        </p:nvSpPr>
        <p:spPr>
          <a:xfrm>
            <a:off x="7683745" y="1182565"/>
            <a:ext cx="2263761" cy="2646878"/>
          </a:xfrm>
          <a:prstGeom prst="rect">
            <a:avLst/>
          </a:prstGeom>
          <a:noFill/>
        </p:spPr>
        <p:txBody>
          <a:bodyPr wrap="none" rtlCol="0">
            <a:spAutoFit/>
          </a:bodyPr>
          <a:lstStyle/>
          <a:p>
            <a:r>
              <a:rPr lang="de-DE" sz="16600" dirty="0">
                <a:solidFill>
                  <a:schemeClr val="bg1"/>
                </a:solidFill>
              </a:rPr>
              <a:t>+a</a:t>
            </a:r>
            <a:endParaRPr lang="en-US" sz="16600" dirty="0">
              <a:solidFill>
                <a:schemeClr val="bg1"/>
              </a:solidFill>
            </a:endParaRPr>
          </a:p>
        </p:txBody>
      </p:sp>
    </p:spTree>
    <p:extLst>
      <p:ext uri="{BB962C8B-B14F-4D97-AF65-F5344CB8AC3E}">
        <p14:creationId xmlns:p14="http://schemas.microsoft.com/office/powerpoint/2010/main" val="5958075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7C570A-9F45-36B3-883C-B14F55EE920E}"/>
              </a:ext>
            </a:extLst>
          </p:cNvPr>
          <p:cNvSpPr>
            <a:spLocks noGrp="1"/>
          </p:cNvSpPr>
          <p:nvPr>
            <p:ph type="title"/>
          </p:nvPr>
        </p:nvSpPr>
        <p:spPr>
          <a:xfrm>
            <a:off x="831850" y="-187750"/>
            <a:ext cx="10515600" cy="1288070"/>
          </a:xfrm>
        </p:spPr>
        <p:txBody>
          <a:bodyPr/>
          <a:lstStyle/>
          <a:p>
            <a:r>
              <a:rPr lang="de-DE" dirty="0"/>
              <a:t>5. LLM-Modell (GPT 3.5 Turbo)</a:t>
            </a:r>
          </a:p>
        </p:txBody>
      </p:sp>
      <p:sp>
        <p:nvSpPr>
          <p:cNvPr id="4" name="Fußzeilenplatzhalter 3">
            <a:extLst>
              <a:ext uri="{FF2B5EF4-FFF2-40B4-BE49-F238E27FC236}">
                <a16:creationId xmlns:a16="http://schemas.microsoft.com/office/drawing/2014/main" id="{22C0F230-BEED-C1F1-16BD-0A4FD8CE2593}"/>
              </a:ext>
            </a:extLst>
          </p:cNvPr>
          <p:cNvSpPr>
            <a:spLocks noGrp="1"/>
          </p:cNvSpPr>
          <p:nvPr>
            <p:ph type="ftr" sz="quarter" idx="10"/>
          </p:nvPr>
        </p:nvSpPr>
        <p:spPr/>
        <p:txBody>
          <a:bodyPr/>
          <a:lstStyle/>
          <a:p>
            <a:r>
              <a:rPr lang="de-DE"/>
              <a:t>www.th-nuernberg.de</a:t>
            </a:r>
            <a:endParaRPr lang="de-DE" dirty="0"/>
          </a:p>
        </p:txBody>
      </p:sp>
      <p:sp>
        <p:nvSpPr>
          <p:cNvPr id="5" name="Foliennummernplatzhalter 4">
            <a:extLst>
              <a:ext uri="{FF2B5EF4-FFF2-40B4-BE49-F238E27FC236}">
                <a16:creationId xmlns:a16="http://schemas.microsoft.com/office/drawing/2014/main" id="{354AF5F3-6B5A-38D8-AE31-C73437F5B7BA}"/>
              </a:ext>
            </a:extLst>
          </p:cNvPr>
          <p:cNvSpPr>
            <a:spLocks noGrp="1"/>
          </p:cNvSpPr>
          <p:nvPr>
            <p:ph type="sldNum" sz="quarter" idx="11"/>
          </p:nvPr>
        </p:nvSpPr>
        <p:spPr/>
        <p:txBody>
          <a:bodyPr/>
          <a:lstStyle/>
          <a:p>
            <a:fld id="{13FEB9C3-1FF9-4F1A-B0DB-7E320F93F669}" type="slidenum">
              <a:rPr lang="de-DE" smtClean="0"/>
              <a:pPr/>
              <a:t>25</a:t>
            </a:fld>
            <a:endParaRPr lang="de-DE"/>
          </a:p>
        </p:txBody>
      </p:sp>
      <p:grpSp>
        <p:nvGrpSpPr>
          <p:cNvPr id="6" name="Group 5">
            <a:extLst>
              <a:ext uri="{FF2B5EF4-FFF2-40B4-BE49-F238E27FC236}">
                <a16:creationId xmlns:a16="http://schemas.microsoft.com/office/drawing/2014/main" id="{496A2655-9D6C-58C6-21D3-643A249E2F18}"/>
              </a:ext>
            </a:extLst>
          </p:cNvPr>
          <p:cNvGrpSpPr/>
          <p:nvPr/>
        </p:nvGrpSpPr>
        <p:grpSpPr>
          <a:xfrm>
            <a:off x="0" y="1312436"/>
            <a:ext cx="12192000" cy="5545564"/>
            <a:chOff x="0" y="1312436"/>
            <a:chExt cx="12192000" cy="5545564"/>
          </a:xfrm>
        </p:grpSpPr>
        <p:pic>
          <p:nvPicPr>
            <p:cNvPr id="7" name="Picture 6" descr="A screenshot of a computer&#10;&#10;Description automatically generated">
              <a:extLst>
                <a:ext uri="{FF2B5EF4-FFF2-40B4-BE49-F238E27FC236}">
                  <a16:creationId xmlns:a16="http://schemas.microsoft.com/office/drawing/2014/main" id="{AF1D146D-1FAA-50B7-771E-19A6299E52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12436"/>
              <a:ext cx="12192000" cy="5545564"/>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BBE4361D-D4A8-6800-D58B-9E710B01C335}"/>
                    </a:ext>
                  </a:extLst>
                </p14:cNvPr>
                <p14:cNvContentPartPr/>
                <p14:nvPr/>
              </p14:nvContentPartPr>
              <p14:xfrm>
                <a:off x="314247" y="2761577"/>
                <a:ext cx="196200" cy="45720"/>
              </p14:xfrm>
            </p:contentPart>
          </mc:Choice>
          <mc:Fallback xmlns="">
            <p:pic>
              <p:nvPicPr>
                <p:cNvPr id="11" name="Ink 10">
                  <a:extLst>
                    <a:ext uri="{FF2B5EF4-FFF2-40B4-BE49-F238E27FC236}">
                      <a16:creationId xmlns:a16="http://schemas.microsoft.com/office/drawing/2014/main" id="{24742096-69F9-E2CF-B326-47928D2319EB}"/>
                    </a:ext>
                  </a:extLst>
                </p:cNvPr>
                <p:cNvPicPr/>
                <p:nvPr/>
              </p:nvPicPr>
              <p:blipFill>
                <a:blip r:embed="rId4"/>
                <a:stretch>
                  <a:fillRect/>
                </a:stretch>
              </p:blipFill>
              <p:spPr>
                <a:xfrm>
                  <a:off x="251607" y="2698937"/>
                  <a:ext cx="321840" cy="171360"/>
                </a:xfrm>
                <a:prstGeom prst="rect">
                  <a:avLst/>
                </a:prstGeom>
              </p:spPr>
            </p:pic>
          </mc:Fallback>
        </mc:AlternateContent>
        <p:grpSp>
          <p:nvGrpSpPr>
            <p:cNvPr id="9" name="Group 8">
              <a:extLst>
                <a:ext uri="{FF2B5EF4-FFF2-40B4-BE49-F238E27FC236}">
                  <a16:creationId xmlns:a16="http://schemas.microsoft.com/office/drawing/2014/main" id="{4D336417-DD5E-9DE7-5D43-4D082CF042D1}"/>
                </a:ext>
              </a:extLst>
            </p:cNvPr>
            <p:cNvGrpSpPr/>
            <p:nvPr/>
          </p:nvGrpSpPr>
          <p:grpSpPr>
            <a:xfrm>
              <a:off x="127407" y="2126177"/>
              <a:ext cx="808560" cy="33480"/>
              <a:chOff x="127407" y="2126177"/>
              <a:chExt cx="808560" cy="33480"/>
            </a:xfrm>
          </p:grpSpPr>
          <mc:AlternateContent xmlns:mc="http://schemas.openxmlformats.org/markup-compatibility/2006" xmlns:p14="http://schemas.microsoft.com/office/powerpoint/2010/main">
            <mc:Choice Requires="p14">
              <p:contentPart p14:bwMode="auto" r:id="rId5">
                <p14:nvContentPartPr>
                  <p14:cNvPr id="14" name="Ink 13">
                    <a:extLst>
                      <a:ext uri="{FF2B5EF4-FFF2-40B4-BE49-F238E27FC236}">
                        <a16:creationId xmlns:a16="http://schemas.microsoft.com/office/drawing/2014/main" id="{EC5CAA2D-9C4F-2F83-EC1D-83A01658FACC}"/>
                      </a:ext>
                    </a:extLst>
                  </p14:cNvPr>
                  <p14:cNvContentPartPr/>
                  <p14:nvPr/>
                </p14:nvContentPartPr>
                <p14:xfrm>
                  <a:off x="169887" y="2136617"/>
                  <a:ext cx="766080" cy="23040"/>
                </p14:xfrm>
              </p:contentPart>
            </mc:Choice>
            <mc:Fallback xmlns="">
              <p:pic>
                <p:nvPicPr>
                  <p:cNvPr id="12" name="Ink 11">
                    <a:extLst>
                      <a:ext uri="{FF2B5EF4-FFF2-40B4-BE49-F238E27FC236}">
                        <a16:creationId xmlns:a16="http://schemas.microsoft.com/office/drawing/2014/main" id="{87056A0F-7B96-2F9D-7171-7750DCA09ECF}"/>
                      </a:ext>
                    </a:extLst>
                  </p:cNvPr>
                  <p:cNvPicPr/>
                  <p:nvPr/>
                </p:nvPicPr>
                <p:blipFill>
                  <a:blip r:embed="rId6"/>
                  <a:stretch>
                    <a:fillRect/>
                  </a:stretch>
                </p:blipFill>
                <p:spPr>
                  <a:xfrm>
                    <a:off x="107247" y="2073617"/>
                    <a:ext cx="89172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5" name="Ink 14">
                    <a:extLst>
                      <a:ext uri="{FF2B5EF4-FFF2-40B4-BE49-F238E27FC236}">
                        <a16:creationId xmlns:a16="http://schemas.microsoft.com/office/drawing/2014/main" id="{0A0276F1-81DD-E941-D079-F568B56EFE6C}"/>
                      </a:ext>
                    </a:extLst>
                  </p14:cNvPr>
                  <p14:cNvContentPartPr/>
                  <p14:nvPr/>
                </p14:nvContentPartPr>
                <p14:xfrm>
                  <a:off x="127407" y="2126177"/>
                  <a:ext cx="360" cy="360"/>
                </p14:xfrm>
              </p:contentPart>
            </mc:Choice>
            <mc:Fallback xmlns="">
              <p:pic>
                <p:nvPicPr>
                  <p:cNvPr id="13" name="Ink 12">
                    <a:extLst>
                      <a:ext uri="{FF2B5EF4-FFF2-40B4-BE49-F238E27FC236}">
                        <a16:creationId xmlns:a16="http://schemas.microsoft.com/office/drawing/2014/main" id="{AF753263-A89F-7241-525D-1B077A246B4C}"/>
                      </a:ext>
                    </a:extLst>
                  </p:cNvPr>
                  <p:cNvPicPr/>
                  <p:nvPr/>
                </p:nvPicPr>
                <p:blipFill>
                  <a:blip r:embed="rId8"/>
                  <a:stretch>
                    <a:fillRect/>
                  </a:stretch>
                </p:blipFill>
                <p:spPr>
                  <a:xfrm>
                    <a:off x="64407" y="2063537"/>
                    <a:ext cx="126000" cy="126000"/>
                  </a:xfrm>
                  <a:prstGeom prst="rect">
                    <a:avLst/>
                  </a:prstGeom>
                </p:spPr>
              </p:pic>
            </mc:Fallback>
          </mc:AlternateContent>
        </p:grpSp>
        <p:grpSp>
          <p:nvGrpSpPr>
            <p:cNvPr id="10" name="Group 9">
              <a:extLst>
                <a:ext uri="{FF2B5EF4-FFF2-40B4-BE49-F238E27FC236}">
                  <a16:creationId xmlns:a16="http://schemas.microsoft.com/office/drawing/2014/main" id="{07D3515F-7ACD-248A-9F72-5BB08C047788}"/>
                </a:ext>
              </a:extLst>
            </p:cNvPr>
            <p:cNvGrpSpPr/>
            <p:nvPr/>
          </p:nvGrpSpPr>
          <p:grpSpPr>
            <a:xfrm>
              <a:off x="138207" y="2562137"/>
              <a:ext cx="978480" cy="234360"/>
              <a:chOff x="138207" y="2562137"/>
              <a:chExt cx="978480" cy="234360"/>
            </a:xfrm>
          </p:grpSpPr>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307F8D8D-A428-F1DC-6507-612B9476DF40}"/>
                      </a:ext>
                    </a:extLst>
                  </p14:cNvPr>
                  <p14:cNvContentPartPr/>
                  <p14:nvPr/>
                </p14:nvContentPartPr>
                <p14:xfrm>
                  <a:off x="148647" y="2562137"/>
                  <a:ext cx="819360" cy="22320"/>
                </p14:xfrm>
              </p:contentPart>
            </mc:Choice>
            <mc:Fallback xmlns="">
              <p:pic>
                <p:nvPicPr>
                  <p:cNvPr id="16" name="Ink 15">
                    <a:extLst>
                      <a:ext uri="{FF2B5EF4-FFF2-40B4-BE49-F238E27FC236}">
                        <a16:creationId xmlns:a16="http://schemas.microsoft.com/office/drawing/2014/main" id="{21C94451-AF9E-1340-490D-70C1B0CD601F}"/>
                      </a:ext>
                    </a:extLst>
                  </p:cNvPr>
                  <p:cNvPicPr/>
                  <p:nvPr/>
                </p:nvPicPr>
                <p:blipFill>
                  <a:blip r:embed="rId12"/>
                  <a:stretch>
                    <a:fillRect/>
                  </a:stretch>
                </p:blipFill>
                <p:spPr>
                  <a:xfrm>
                    <a:off x="86007" y="2499497"/>
                    <a:ext cx="945000" cy="147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4EEC8AD8-A7AD-CC35-C1C1-19C31B30556A}"/>
                      </a:ext>
                    </a:extLst>
                  </p14:cNvPr>
                  <p14:cNvContentPartPr/>
                  <p14:nvPr/>
                </p14:nvContentPartPr>
                <p14:xfrm>
                  <a:off x="138207" y="2689577"/>
                  <a:ext cx="978480" cy="34200"/>
                </p14:xfrm>
              </p:contentPart>
            </mc:Choice>
            <mc:Fallback xmlns="">
              <p:pic>
                <p:nvPicPr>
                  <p:cNvPr id="17" name="Ink 16">
                    <a:extLst>
                      <a:ext uri="{FF2B5EF4-FFF2-40B4-BE49-F238E27FC236}">
                        <a16:creationId xmlns:a16="http://schemas.microsoft.com/office/drawing/2014/main" id="{8896E471-7E16-22F8-4155-E1C8E3DA5B62}"/>
                      </a:ext>
                    </a:extLst>
                  </p:cNvPr>
                  <p:cNvPicPr/>
                  <p:nvPr/>
                </p:nvPicPr>
                <p:blipFill>
                  <a:blip r:embed="rId14"/>
                  <a:stretch>
                    <a:fillRect/>
                  </a:stretch>
                </p:blipFill>
                <p:spPr>
                  <a:xfrm>
                    <a:off x="75567" y="2626577"/>
                    <a:ext cx="110412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120F7883-0146-6BD0-C2AF-6A2A6EBAC73C}"/>
                      </a:ext>
                    </a:extLst>
                  </p14:cNvPr>
                  <p14:cNvContentPartPr/>
                  <p14:nvPr/>
                </p14:nvContentPartPr>
                <p14:xfrm>
                  <a:off x="148647" y="2796137"/>
                  <a:ext cx="139320" cy="360"/>
                </p14:xfrm>
              </p:contentPart>
            </mc:Choice>
            <mc:Fallback xmlns="">
              <p:pic>
                <p:nvPicPr>
                  <p:cNvPr id="18" name="Ink 17">
                    <a:extLst>
                      <a:ext uri="{FF2B5EF4-FFF2-40B4-BE49-F238E27FC236}">
                        <a16:creationId xmlns:a16="http://schemas.microsoft.com/office/drawing/2014/main" id="{18BECD7B-E098-E357-8CB0-371FF7375D33}"/>
                      </a:ext>
                    </a:extLst>
                  </p:cNvPr>
                  <p:cNvPicPr/>
                  <p:nvPr/>
                </p:nvPicPr>
                <p:blipFill>
                  <a:blip r:embed="rId16"/>
                  <a:stretch>
                    <a:fillRect/>
                  </a:stretch>
                </p:blipFill>
                <p:spPr>
                  <a:xfrm>
                    <a:off x="86007" y="2733497"/>
                    <a:ext cx="264960" cy="126000"/>
                  </a:xfrm>
                  <a:prstGeom prst="rect">
                    <a:avLst/>
                  </a:prstGeom>
                </p:spPr>
              </p:pic>
            </mc:Fallback>
          </mc:AlternateContent>
        </p:grpSp>
      </p:grpSp>
      <p:sp>
        <p:nvSpPr>
          <p:cNvPr id="20" name="Düz Bağlayıcı 19">
            <a:extLst>
              <a:ext uri="{FF2B5EF4-FFF2-40B4-BE49-F238E27FC236}">
                <a16:creationId xmlns:a16="http://schemas.microsoft.com/office/drawing/2014/main" id="{B07B45D1-2026-4D57-ABDC-C7DCB3A2EA0C}"/>
              </a:ext>
            </a:extLst>
          </p:cNvPr>
          <p:cNvSpPr/>
          <p:nvPr/>
        </p:nvSpPr>
        <p:spPr>
          <a:xfrm flipV="1">
            <a:off x="0" y="2239660"/>
            <a:ext cx="957238" cy="33120"/>
          </a:xfrm>
          <a:prstGeom prst="line">
            <a:avLst/>
          </a:prstGeom>
          <a:solidFill>
            <a:srgbClr val="232323">
              <a:alpha val="5000"/>
            </a:srgbClr>
          </a:solidFill>
          <a:ln w="126000">
            <a:solidFill>
              <a:srgbClr val="232323"/>
            </a:solidFill>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en-US" dirty="0">
              <a:solidFill>
                <a:srgbClr val="232323"/>
              </a:solidFill>
            </a:endParaRPr>
          </a:p>
        </p:txBody>
      </p:sp>
      <p:sp>
        <p:nvSpPr>
          <p:cNvPr id="17" name="Düz Bağlayıcı 19">
            <a:extLst>
              <a:ext uri="{FF2B5EF4-FFF2-40B4-BE49-F238E27FC236}">
                <a16:creationId xmlns:a16="http://schemas.microsoft.com/office/drawing/2014/main" id="{567452EE-941A-817B-1C5C-9770D580C934}"/>
              </a:ext>
            </a:extLst>
          </p:cNvPr>
          <p:cNvSpPr/>
          <p:nvPr/>
        </p:nvSpPr>
        <p:spPr>
          <a:xfrm flipV="1">
            <a:off x="31828" y="2356905"/>
            <a:ext cx="957238" cy="33120"/>
          </a:xfrm>
          <a:prstGeom prst="line">
            <a:avLst/>
          </a:prstGeom>
          <a:solidFill>
            <a:srgbClr val="232323">
              <a:alpha val="5000"/>
            </a:srgbClr>
          </a:solidFill>
          <a:ln w="126000">
            <a:solidFill>
              <a:srgbClr val="232323"/>
            </a:solidFill>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en-US" dirty="0">
              <a:solidFill>
                <a:srgbClr val="232323"/>
              </a:solidFill>
            </a:endParaRPr>
          </a:p>
        </p:txBody>
      </p:sp>
      <p:sp>
        <p:nvSpPr>
          <p:cNvPr id="18" name="Düz Bağlayıcı 19">
            <a:extLst>
              <a:ext uri="{FF2B5EF4-FFF2-40B4-BE49-F238E27FC236}">
                <a16:creationId xmlns:a16="http://schemas.microsoft.com/office/drawing/2014/main" id="{C547941B-0289-AD12-77E8-AAD47E970632}"/>
              </a:ext>
            </a:extLst>
          </p:cNvPr>
          <p:cNvSpPr/>
          <p:nvPr/>
        </p:nvSpPr>
        <p:spPr>
          <a:xfrm flipV="1">
            <a:off x="159449" y="2779577"/>
            <a:ext cx="957238" cy="33120"/>
          </a:xfrm>
          <a:prstGeom prst="line">
            <a:avLst/>
          </a:prstGeom>
          <a:solidFill>
            <a:srgbClr val="232323">
              <a:alpha val="5000"/>
            </a:srgbClr>
          </a:solidFill>
          <a:ln w="126000">
            <a:solidFill>
              <a:srgbClr val="232323"/>
            </a:solidFill>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en-US" dirty="0">
              <a:solidFill>
                <a:srgbClr val="232323"/>
              </a:solidFill>
            </a:endParaRPr>
          </a:p>
        </p:txBody>
      </p:sp>
      <p:sp>
        <p:nvSpPr>
          <p:cNvPr id="19" name="Düz Bağlayıcı 19">
            <a:extLst>
              <a:ext uri="{FF2B5EF4-FFF2-40B4-BE49-F238E27FC236}">
                <a16:creationId xmlns:a16="http://schemas.microsoft.com/office/drawing/2014/main" id="{814F84D4-7F2D-E2BC-920D-E0A21A6E745D}"/>
              </a:ext>
            </a:extLst>
          </p:cNvPr>
          <p:cNvSpPr/>
          <p:nvPr/>
        </p:nvSpPr>
        <p:spPr>
          <a:xfrm flipV="1">
            <a:off x="74308" y="2878246"/>
            <a:ext cx="957238" cy="33120"/>
          </a:xfrm>
          <a:prstGeom prst="line">
            <a:avLst/>
          </a:prstGeom>
          <a:solidFill>
            <a:srgbClr val="232323">
              <a:alpha val="5000"/>
            </a:srgbClr>
          </a:solidFill>
          <a:ln w="126000">
            <a:solidFill>
              <a:srgbClr val="232323"/>
            </a:solidFill>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en-US" dirty="0">
              <a:solidFill>
                <a:srgbClr val="232323"/>
              </a:solidFill>
            </a:endParaRPr>
          </a:p>
        </p:txBody>
      </p:sp>
      <p:sp>
        <p:nvSpPr>
          <p:cNvPr id="21" name="Düz Bağlayıcı 19">
            <a:extLst>
              <a:ext uri="{FF2B5EF4-FFF2-40B4-BE49-F238E27FC236}">
                <a16:creationId xmlns:a16="http://schemas.microsoft.com/office/drawing/2014/main" id="{5AF79866-D387-9C7C-0EC5-0378342053D2}"/>
              </a:ext>
            </a:extLst>
          </p:cNvPr>
          <p:cNvSpPr/>
          <p:nvPr/>
        </p:nvSpPr>
        <p:spPr>
          <a:xfrm flipV="1">
            <a:off x="92397" y="2444340"/>
            <a:ext cx="957238" cy="33120"/>
          </a:xfrm>
          <a:prstGeom prst="line">
            <a:avLst/>
          </a:prstGeom>
          <a:solidFill>
            <a:srgbClr val="232323">
              <a:alpha val="5000"/>
            </a:srgbClr>
          </a:solidFill>
          <a:ln w="126000">
            <a:solidFill>
              <a:srgbClr val="232323"/>
            </a:solidFill>
          </a:ln>
        </p:spPr>
        <p:style>
          <a:lnRef idx="1">
            <a:schemeClr val="accent1"/>
          </a:lnRef>
          <a:fillRef idx="0">
            <a:schemeClr val="accent1"/>
          </a:fillRef>
          <a:effectRef idx="0">
            <a:schemeClr val="accent1"/>
          </a:effectRef>
          <a:fontRef idx="minor">
            <a:schemeClr val="tx1"/>
          </a:fontRef>
        </p:style>
        <p:txBody>
          <a:bodyPr wrap="none" rtlCol="0" anchor="ctr" anchorCtr="1"/>
          <a:lstStyle/>
          <a:p>
            <a:endParaRPr lang="en-US" dirty="0">
              <a:solidFill>
                <a:srgbClr val="232323"/>
              </a:solidFill>
            </a:endParaRPr>
          </a:p>
        </p:txBody>
      </p:sp>
    </p:spTree>
    <p:extLst>
      <p:ext uri="{BB962C8B-B14F-4D97-AF65-F5344CB8AC3E}">
        <p14:creationId xmlns:p14="http://schemas.microsoft.com/office/powerpoint/2010/main" val="38094431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8B9465-85F4-ACB0-BF7B-B4D5A4D2A6F7}"/>
              </a:ext>
            </a:extLst>
          </p:cNvPr>
          <p:cNvSpPr>
            <a:spLocks noGrp="1"/>
          </p:cNvSpPr>
          <p:nvPr>
            <p:ph type="title"/>
          </p:nvPr>
        </p:nvSpPr>
        <p:spPr/>
        <p:txBody>
          <a:bodyPr/>
          <a:lstStyle/>
          <a:p>
            <a:r>
              <a:rPr lang="de-DE" dirty="0"/>
              <a:t>Text Generation</a:t>
            </a:r>
          </a:p>
        </p:txBody>
      </p:sp>
      <p:sp>
        <p:nvSpPr>
          <p:cNvPr id="3" name="Inhaltsplatzhalter 2">
            <a:extLst>
              <a:ext uri="{FF2B5EF4-FFF2-40B4-BE49-F238E27FC236}">
                <a16:creationId xmlns:a16="http://schemas.microsoft.com/office/drawing/2014/main" id="{BEE227E7-C9F1-443F-C0D0-88E82DF5B80D}"/>
              </a:ext>
            </a:extLst>
          </p:cNvPr>
          <p:cNvSpPr>
            <a:spLocks noGrp="1"/>
          </p:cNvSpPr>
          <p:nvPr>
            <p:ph idx="1"/>
          </p:nvPr>
        </p:nvSpPr>
        <p:spPr/>
        <p:txBody>
          <a:bodyPr/>
          <a:lstStyle/>
          <a:p>
            <a:r>
              <a:rPr lang="de-DE" dirty="0"/>
              <a:t>Aufgabenstellung</a:t>
            </a:r>
          </a:p>
        </p:txBody>
      </p:sp>
      <p:sp>
        <p:nvSpPr>
          <p:cNvPr id="4" name="Textplatzhalter 3">
            <a:extLst>
              <a:ext uri="{FF2B5EF4-FFF2-40B4-BE49-F238E27FC236}">
                <a16:creationId xmlns:a16="http://schemas.microsoft.com/office/drawing/2014/main" id="{669E5B7A-3A85-4AB8-1DF2-3139236D6AC1}"/>
              </a:ext>
            </a:extLst>
          </p:cNvPr>
          <p:cNvSpPr>
            <a:spLocks noGrp="1"/>
          </p:cNvSpPr>
          <p:nvPr>
            <p:ph type="body" sz="quarter" idx="12"/>
          </p:nvPr>
        </p:nvSpPr>
        <p:spPr/>
        <p:txBody>
          <a:bodyPr/>
          <a:lstStyle/>
          <a:p>
            <a:endParaRPr lang="de-DE" dirty="0"/>
          </a:p>
        </p:txBody>
      </p:sp>
      <p:sp>
        <p:nvSpPr>
          <p:cNvPr id="5" name="Fußzeilenplatzhalter 4">
            <a:extLst>
              <a:ext uri="{FF2B5EF4-FFF2-40B4-BE49-F238E27FC236}">
                <a16:creationId xmlns:a16="http://schemas.microsoft.com/office/drawing/2014/main" id="{F0A21E51-6B39-7CF4-0AEB-80D314EDEBEB}"/>
              </a:ext>
            </a:extLst>
          </p:cNvPr>
          <p:cNvSpPr>
            <a:spLocks noGrp="1"/>
          </p:cNvSpPr>
          <p:nvPr>
            <p:ph type="ftr" sz="quarter" idx="13"/>
          </p:nvPr>
        </p:nvSpPr>
        <p:spPr>
          <a:xfrm>
            <a:off x="359999" y="6379481"/>
            <a:ext cx="9000000" cy="136460"/>
          </a:xfrm>
        </p:spPr>
        <p:txBody>
          <a:bodyPr/>
          <a:lstStyle/>
          <a:p>
            <a:r>
              <a:rPr lang="de-DE" dirty="0"/>
              <a:t>www.th-nuernberg.de</a:t>
            </a:r>
          </a:p>
        </p:txBody>
      </p:sp>
      <p:sp>
        <p:nvSpPr>
          <p:cNvPr id="6" name="Foliennummernplatzhalter 5">
            <a:extLst>
              <a:ext uri="{FF2B5EF4-FFF2-40B4-BE49-F238E27FC236}">
                <a16:creationId xmlns:a16="http://schemas.microsoft.com/office/drawing/2014/main" id="{25F9A502-4A24-D037-2D86-B00DEFFDF613}"/>
              </a:ext>
            </a:extLst>
          </p:cNvPr>
          <p:cNvSpPr>
            <a:spLocks noGrp="1"/>
          </p:cNvSpPr>
          <p:nvPr>
            <p:ph type="sldNum" sz="quarter" idx="14"/>
          </p:nvPr>
        </p:nvSpPr>
        <p:spPr/>
        <p:txBody>
          <a:bodyPr/>
          <a:lstStyle/>
          <a:p>
            <a:fld id="{13FEB9C3-1FF9-4F1A-B0DB-7E320F93F669}" type="slidenum">
              <a:rPr lang="de-DE" smtClean="0"/>
              <a:pPr/>
              <a:t>26</a:t>
            </a:fld>
            <a:endParaRPr lang="de-DE"/>
          </a:p>
        </p:txBody>
      </p:sp>
    </p:spTree>
    <p:extLst>
      <p:ext uri="{BB962C8B-B14F-4D97-AF65-F5344CB8AC3E}">
        <p14:creationId xmlns:p14="http://schemas.microsoft.com/office/powerpoint/2010/main" val="31332542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8B9465-85F4-ACB0-BF7B-B4D5A4D2A6F7}"/>
              </a:ext>
            </a:extLst>
          </p:cNvPr>
          <p:cNvSpPr>
            <a:spLocks noGrp="1"/>
          </p:cNvSpPr>
          <p:nvPr>
            <p:ph type="title"/>
          </p:nvPr>
        </p:nvSpPr>
        <p:spPr/>
        <p:txBody>
          <a:bodyPr/>
          <a:lstStyle/>
          <a:p>
            <a:r>
              <a:rPr lang="de-DE" dirty="0"/>
              <a:t>Parameter</a:t>
            </a:r>
          </a:p>
        </p:txBody>
      </p:sp>
      <p:sp>
        <p:nvSpPr>
          <p:cNvPr id="3" name="Inhaltsplatzhalter 2">
            <a:extLst>
              <a:ext uri="{FF2B5EF4-FFF2-40B4-BE49-F238E27FC236}">
                <a16:creationId xmlns:a16="http://schemas.microsoft.com/office/drawing/2014/main" id="{BEE227E7-C9F1-443F-C0D0-88E82DF5B80D}"/>
              </a:ext>
            </a:extLst>
          </p:cNvPr>
          <p:cNvSpPr>
            <a:spLocks noGrp="1"/>
          </p:cNvSpPr>
          <p:nvPr>
            <p:ph idx="1"/>
          </p:nvPr>
        </p:nvSpPr>
        <p:spPr/>
        <p:txBody>
          <a:bodyPr/>
          <a:lstStyle/>
          <a:p>
            <a:r>
              <a:rPr lang="de-DE" dirty="0"/>
              <a:t>Kontextlänge</a:t>
            </a:r>
          </a:p>
          <a:p>
            <a:r>
              <a:rPr lang="de-DE" dirty="0" err="1"/>
              <a:t>temperature</a:t>
            </a:r>
            <a:endParaRPr lang="de-DE" dirty="0"/>
          </a:p>
          <a:p>
            <a:r>
              <a:rPr lang="de-DE" dirty="0" err="1"/>
              <a:t>top_p</a:t>
            </a:r>
            <a:endParaRPr lang="de-DE" dirty="0"/>
          </a:p>
          <a:p>
            <a:r>
              <a:rPr lang="de-DE" dirty="0" err="1"/>
              <a:t>top_k</a:t>
            </a:r>
            <a:endParaRPr lang="de-DE" dirty="0"/>
          </a:p>
        </p:txBody>
      </p:sp>
      <p:sp>
        <p:nvSpPr>
          <p:cNvPr id="4" name="Textplatzhalter 3">
            <a:extLst>
              <a:ext uri="{FF2B5EF4-FFF2-40B4-BE49-F238E27FC236}">
                <a16:creationId xmlns:a16="http://schemas.microsoft.com/office/drawing/2014/main" id="{669E5B7A-3A85-4AB8-1DF2-3139236D6AC1}"/>
              </a:ext>
            </a:extLst>
          </p:cNvPr>
          <p:cNvSpPr>
            <a:spLocks noGrp="1"/>
          </p:cNvSpPr>
          <p:nvPr>
            <p:ph type="body" sz="quarter" idx="12"/>
          </p:nvPr>
        </p:nvSpPr>
        <p:spPr/>
        <p:txBody>
          <a:bodyPr/>
          <a:lstStyle/>
          <a:p>
            <a:endParaRPr lang="de-DE"/>
          </a:p>
        </p:txBody>
      </p:sp>
      <p:sp>
        <p:nvSpPr>
          <p:cNvPr id="5" name="Fußzeilenplatzhalter 4">
            <a:extLst>
              <a:ext uri="{FF2B5EF4-FFF2-40B4-BE49-F238E27FC236}">
                <a16:creationId xmlns:a16="http://schemas.microsoft.com/office/drawing/2014/main" id="{F0A21E51-6B39-7CF4-0AEB-80D314EDEBEB}"/>
              </a:ext>
            </a:extLst>
          </p:cNvPr>
          <p:cNvSpPr>
            <a:spLocks noGrp="1"/>
          </p:cNvSpPr>
          <p:nvPr>
            <p:ph type="ftr" sz="quarter" idx="13"/>
          </p:nvPr>
        </p:nvSpPr>
        <p:spPr>
          <a:xfrm>
            <a:off x="359999" y="6379481"/>
            <a:ext cx="9000000" cy="136460"/>
          </a:xfrm>
        </p:spPr>
        <p:txBody>
          <a:bodyPr/>
          <a:lstStyle/>
          <a:p>
            <a:r>
              <a:rPr lang="de-DE" dirty="0"/>
              <a:t>www.th-nuernberg.de</a:t>
            </a:r>
          </a:p>
        </p:txBody>
      </p:sp>
      <p:sp>
        <p:nvSpPr>
          <p:cNvPr id="6" name="Foliennummernplatzhalter 5">
            <a:extLst>
              <a:ext uri="{FF2B5EF4-FFF2-40B4-BE49-F238E27FC236}">
                <a16:creationId xmlns:a16="http://schemas.microsoft.com/office/drawing/2014/main" id="{25F9A502-4A24-D037-2D86-B00DEFFDF613}"/>
              </a:ext>
            </a:extLst>
          </p:cNvPr>
          <p:cNvSpPr>
            <a:spLocks noGrp="1"/>
          </p:cNvSpPr>
          <p:nvPr>
            <p:ph type="sldNum" sz="quarter" idx="14"/>
          </p:nvPr>
        </p:nvSpPr>
        <p:spPr/>
        <p:txBody>
          <a:bodyPr/>
          <a:lstStyle/>
          <a:p>
            <a:fld id="{13FEB9C3-1FF9-4F1A-B0DB-7E320F93F669}" type="slidenum">
              <a:rPr lang="de-DE" smtClean="0"/>
              <a:pPr/>
              <a:t>27</a:t>
            </a:fld>
            <a:endParaRPr lang="de-DE"/>
          </a:p>
        </p:txBody>
      </p:sp>
    </p:spTree>
    <p:extLst>
      <p:ext uri="{BB962C8B-B14F-4D97-AF65-F5344CB8AC3E}">
        <p14:creationId xmlns:p14="http://schemas.microsoft.com/office/powerpoint/2010/main" val="1383096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B26702-FD1D-E031-C707-B5BBDFF02678}"/>
              </a:ext>
            </a:extLst>
          </p:cNvPr>
          <p:cNvSpPr>
            <a:spLocks noGrp="1"/>
          </p:cNvSpPr>
          <p:nvPr>
            <p:ph type="title"/>
          </p:nvPr>
        </p:nvSpPr>
        <p:spPr/>
        <p:txBody>
          <a:bodyPr/>
          <a:lstStyle/>
          <a:p>
            <a:r>
              <a:rPr lang="de-DE" dirty="0"/>
              <a:t>In-</a:t>
            </a:r>
            <a:r>
              <a:rPr lang="de-DE" dirty="0" err="1"/>
              <a:t>Context</a:t>
            </a:r>
            <a:r>
              <a:rPr lang="de-DE" dirty="0"/>
              <a:t>-Learning</a:t>
            </a:r>
          </a:p>
        </p:txBody>
      </p:sp>
      <p:pic>
        <p:nvPicPr>
          <p:cNvPr id="7" name="Inhaltsplatzhalter 6">
            <a:extLst>
              <a:ext uri="{FF2B5EF4-FFF2-40B4-BE49-F238E27FC236}">
                <a16:creationId xmlns:a16="http://schemas.microsoft.com/office/drawing/2014/main" id="{B231F749-CFC9-D382-5F01-0DD354580823}"/>
              </a:ext>
            </a:extLst>
          </p:cNvPr>
          <p:cNvPicPr>
            <a:picLocks noGrp="1" noChangeAspect="1"/>
          </p:cNvPicPr>
          <p:nvPr>
            <p:ph idx="1"/>
          </p:nvPr>
        </p:nvPicPr>
        <p:blipFill>
          <a:blip r:embed="rId2"/>
          <a:stretch>
            <a:fillRect/>
          </a:stretch>
        </p:blipFill>
        <p:spPr>
          <a:xfrm>
            <a:off x="310925" y="1862118"/>
            <a:ext cx="5301891" cy="1246818"/>
          </a:xfrm>
        </p:spPr>
      </p:pic>
      <p:sp>
        <p:nvSpPr>
          <p:cNvPr id="4" name="Fußzeilenplatzhalter 3">
            <a:extLst>
              <a:ext uri="{FF2B5EF4-FFF2-40B4-BE49-F238E27FC236}">
                <a16:creationId xmlns:a16="http://schemas.microsoft.com/office/drawing/2014/main" id="{DF486D8B-95EA-1F19-12B3-B940A25FA83E}"/>
              </a:ext>
            </a:extLst>
          </p:cNvPr>
          <p:cNvSpPr>
            <a:spLocks noGrp="1"/>
          </p:cNvSpPr>
          <p:nvPr>
            <p:ph type="ftr" sz="quarter" idx="10"/>
          </p:nvPr>
        </p:nvSpPr>
        <p:spPr/>
        <p:txBody>
          <a:bodyPr/>
          <a:lstStyle/>
          <a:p>
            <a:r>
              <a:rPr lang="de-DE" dirty="0"/>
              <a:t>www.th-nuernberg.de</a:t>
            </a:r>
          </a:p>
        </p:txBody>
      </p:sp>
      <p:sp>
        <p:nvSpPr>
          <p:cNvPr id="5" name="Foliennummernplatzhalter 4">
            <a:extLst>
              <a:ext uri="{FF2B5EF4-FFF2-40B4-BE49-F238E27FC236}">
                <a16:creationId xmlns:a16="http://schemas.microsoft.com/office/drawing/2014/main" id="{42D5E9EF-8E14-C2D0-E2F7-313A0B0DA1C0}"/>
              </a:ext>
            </a:extLst>
          </p:cNvPr>
          <p:cNvSpPr>
            <a:spLocks noGrp="1"/>
          </p:cNvSpPr>
          <p:nvPr>
            <p:ph type="sldNum" sz="quarter" idx="11"/>
          </p:nvPr>
        </p:nvSpPr>
        <p:spPr/>
        <p:txBody>
          <a:bodyPr/>
          <a:lstStyle/>
          <a:p>
            <a:fld id="{13FEB9C3-1FF9-4F1A-B0DB-7E320F93F669}" type="slidenum">
              <a:rPr lang="de-DE" smtClean="0"/>
              <a:pPr/>
              <a:t>28</a:t>
            </a:fld>
            <a:endParaRPr lang="de-DE"/>
          </a:p>
        </p:txBody>
      </p:sp>
      <p:pic>
        <p:nvPicPr>
          <p:cNvPr id="9" name="Grafik 8">
            <a:extLst>
              <a:ext uri="{FF2B5EF4-FFF2-40B4-BE49-F238E27FC236}">
                <a16:creationId xmlns:a16="http://schemas.microsoft.com/office/drawing/2014/main" id="{9D9F8926-F984-D076-4C04-EE0219275359}"/>
              </a:ext>
            </a:extLst>
          </p:cNvPr>
          <p:cNvPicPr>
            <a:picLocks noChangeAspect="1"/>
          </p:cNvPicPr>
          <p:nvPr/>
        </p:nvPicPr>
        <p:blipFill>
          <a:blip r:embed="rId3"/>
          <a:stretch>
            <a:fillRect/>
          </a:stretch>
        </p:blipFill>
        <p:spPr>
          <a:xfrm>
            <a:off x="6867764" y="1837422"/>
            <a:ext cx="4619752" cy="1454457"/>
          </a:xfrm>
          <a:prstGeom prst="rect">
            <a:avLst/>
          </a:prstGeom>
        </p:spPr>
      </p:pic>
      <p:pic>
        <p:nvPicPr>
          <p:cNvPr id="11" name="Grafik 10">
            <a:extLst>
              <a:ext uri="{FF2B5EF4-FFF2-40B4-BE49-F238E27FC236}">
                <a16:creationId xmlns:a16="http://schemas.microsoft.com/office/drawing/2014/main" id="{82A03330-573E-E4AF-C49E-E8CC3F2B0AC5}"/>
              </a:ext>
            </a:extLst>
          </p:cNvPr>
          <p:cNvPicPr>
            <a:picLocks noChangeAspect="1"/>
          </p:cNvPicPr>
          <p:nvPr/>
        </p:nvPicPr>
        <p:blipFill>
          <a:blip r:embed="rId4"/>
          <a:stretch>
            <a:fillRect/>
          </a:stretch>
        </p:blipFill>
        <p:spPr>
          <a:xfrm>
            <a:off x="3523432" y="3566122"/>
            <a:ext cx="5343500" cy="2286521"/>
          </a:xfrm>
          <a:prstGeom prst="rect">
            <a:avLst/>
          </a:prstGeom>
        </p:spPr>
      </p:pic>
    </p:spTree>
    <p:extLst>
      <p:ext uri="{BB962C8B-B14F-4D97-AF65-F5344CB8AC3E}">
        <p14:creationId xmlns:p14="http://schemas.microsoft.com/office/powerpoint/2010/main" val="42226415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1FBBFCD-D4EA-4047-E72F-A88824A7F6FD}"/>
              </a:ext>
            </a:extLst>
          </p:cNvPr>
          <p:cNvSpPr>
            <a:spLocks noGrp="1"/>
          </p:cNvSpPr>
          <p:nvPr>
            <p:ph type="title"/>
          </p:nvPr>
        </p:nvSpPr>
        <p:spPr/>
        <p:txBody>
          <a:bodyPr/>
          <a:lstStyle/>
          <a:p>
            <a:r>
              <a:rPr lang="de-DE" dirty="0"/>
              <a:t>System Prompt</a:t>
            </a:r>
          </a:p>
        </p:txBody>
      </p:sp>
      <p:sp>
        <p:nvSpPr>
          <p:cNvPr id="3" name="Inhaltsplatzhalter 2">
            <a:extLst>
              <a:ext uri="{FF2B5EF4-FFF2-40B4-BE49-F238E27FC236}">
                <a16:creationId xmlns:a16="http://schemas.microsoft.com/office/drawing/2014/main" id="{154499C4-F1E7-B554-3490-35656E26AAE9}"/>
              </a:ext>
            </a:extLst>
          </p:cNvPr>
          <p:cNvSpPr>
            <a:spLocks noGrp="1"/>
          </p:cNvSpPr>
          <p:nvPr>
            <p:ph idx="1"/>
          </p:nvPr>
        </p:nvSpPr>
        <p:spPr/>
        <p:txBody>
          <a:bodyPr>
            <a:normAutofit/>
          </a:bodyPr>
          <a:lstStyle/>
          <a:p>
            <a:pPr marL="0" indent="0">
              <a:buNone/>
            </a:pPr>
            <a:r>
              <a:rPr lang="de-DE" sz="2000" dirty="0"/>
              <a:t>Dir wird eine Rede im Bundestag übergeben. An der Stelle, an der die Rede aufhört, sollst du eine </a:t>
            </a:r>
            <a:r>
              <a:rPr lang="de-DE" sz="2000" dirty="0">
                <a:solidFill>
                  <a:schemeClr val="accent1"/>
                </a:solidFill>
                <a:latin typeface="+mj-lt"/>
                <a:ea typeface="+mj-ea"/>
                <a:cs typeface="+mj-cs"/>
              </a:rPr>
              <a:t>Unterbrechung generieren</a:t>
            </a:r>
            <a:r>
              <a:rPr lang="de-DE" sz="2000" dirty="0"/>
              <a:t>. </a:t>
            </a:r>
          </a:p>
          <a:p>
            <a:pPr marL="0" indent="0">
              <a:buNone/>
            </a:pPr>
            <a:endParaRPr lang="de-DE" sz="2000" dirty="0"/>
          </a:p>
          <a:p>
            <a:pPr marL="0" indent="0">
              <a:buNone/>
            </a:pPr>
            <a:r>
              <a:rPr lang="de-DE" sz="2000" dirty="0"/>
              <a:t>Die Unterbrechung kann eine Zustimmung, Widerruf, Frage oder eine Aussage sein. </a:t>
            </a:r>
          </a:p>
          <a:p>
            <a:pPr marL="0" indent="0">
              <a:buNone/>
            </a:pPr>
            <a:endParaRPr lang="de-DE" sz="2000" dirty="0"/>
          </a:p>
          <a:p>
            <a:pPr marL="0" indent="0">
              <a:buNone/>
            </a:pPr>
            <a:r>
              <a:rPr lang="de-DE" sz="2000" dirty="0"/>
              <a:t>Es wird in den Klammern {Redner, </a:t>
            </a:r>
            <a:r>
              <a:rPr lang="de-DE" sz="2000" dirty="0" err="1"/>
              <a:t>Redner_Partei</a:t>
            </a:r>
            <a:r>
              <a:rPr lang="de-DE" sz="2000" dirty="0"/>
              <a:t>, Störer, </a:t>
            </a:r>
            <a:r>
              <a:rPr lang="de-DE" sz="2000" dirty="0" err="1"/>
              <a:t>Störer_Partei</a:t>
            </a:r>
            <a:r>
              <a:rPr lang="de-DE" sz="2000" dirty="0"/>
              <a:t>} am Ende zusätzlich mitgegeben, </a:t>
            </a:r>
            <a:r>
              <a:rPr lang="de-DE" sz="2000" dirty="0">
                <a:latin typeface="+mj-lt"/>
                <a:ea typeface="+mj-ea"/>
                <a:cs typeface="+mj-cs"/>
              </a:rPr>
              <a:t>wer der Redner ist</a:t>
            </a:r>
            <a:r>
              <a:rPr lang="de-DE" sz="2000" dirty="0"/>
              <a:t>, </a:t>
            </a:r>
            <a:r>
              <a:rPr lang="de-DE" sz="2000" dirty="0">
                <a:solidFill>
                  <a:schemeClr val="accent1"/>
                </a:solidFill>
                <a:latin typeface="+mj-lt"/>
                <a:ea typeface="+mj-ea"/>
                <a:cs typeface="+mj-cs"/>
              </a:rPr>
              <a:t>wer du bist und welcher Partei</a:t>
            </a:r>
            <a:r>
              <a:rPr lang="de-DE" sz="2000" dirty="0"/>
              <a:t> beide jeweils angehören.</a:t>
            </a:r>
          </a:p>
          <a:p>
            <a:pPr marL="0" indent="0">
              <a:buNone/>
            </a:pPr>
            <a:endParaRPr lang="de-DE" sz="2000" dirty="0"/>
          </a:p>
          <a:p>
            <a:pPr marL="0" indent="0">
              <a:buNone/>
            </a:pPr>
            <a:r>
              <a:rPr lang="de-DE" sz="2000" dirty="0"/>
              <a:t>Packe deine Antwort in dieses Muster: </a:t>
            </a:r>
            <a:r>
              <a:rPr lang="de-DE" sz="2000" dirty="0">
                <a:solidFill>
                  <a:schemeClr val="accent1"/>
                </a:solidFill>
                <a:latin typeface="+mj-lt"/>
                <a:ea typeface="+mj-ea"/>
                <a:cs typeface="+mj-cs"/>
              </a:rPr>
              <a:t>(Beifall bei {Artikel} {</a:t>
            </a:r>
            <a:r>
              <a:rPr lang="de-DE" sz="2000" dirty="0" err="1">
                <a:solidFill>
                  <a:schemeClr val="accent1"/>
                </a:solidFill>
                <a:latin typeface="+mj-lt"/>
                <a:ea typeface="+mj-ea"/>
                <a:cs typeface="+mj-cs"/>
              </a:rPr>
              <a:t>Störer_Partei</a:t>
            </a:r>
            <a:r>
              <a:rPr lang="de-DE" sz="2000" dirty="0">
                <a:solidFill>
                  <a:schemeClr val="accent1"/>
                </a:solidFill>
                <a:latin typeface="+mj-lt"/>
                <a:ea typeface="+mj-ea"/>
                <a:cs typeface="+mj-cs"/>
              </a:rPr>
              <a:t>}: {Deine Antwort})</a:t>
            </a:r>
          </a:p>
        </p:txBody>
      </p:sp>
      <p:sp>
        <p:nvSpPr>
          <p:cNvPr id="4" name="Fußzeilenplatzhalter 3">
            <a:extLst>
              <a:ext uri="{FF2B5EF4-FFF2-40B4-BE49-F238E27FC236}">
                <a16:creationId xmlns:a16="http://schemas.microsoft.com/office/drawing/2014/main" id="{B310CB51-A3CE-3459-A8F5-0C3AE554C6CE}"/>
              </a:ext>
            </a:extLst>
          </p:cNvPr>
          <p:cNvSpPr>
            <a:spLocks noGrp="1"/>
          </p:cNvSpPr>
          <p:nvPr>
            <p:ph type="ftr" sz="quarter" idx="10"/>
          </p:nvPr>
        </p:nvSpPr>
        <p:spPr/>
        <p:txBody>
          <a:bodyPr/>
          <a:lstStyle/>
          <a:p>
            <a:r>
              <a:rPr lang="de-DE"/>
              <a:t>www.th-nuernberg.de</a:t>
            </a:r>
            <a:endParaRPr lang="de-DE" dirty="0"/>
          </a:p>
        </p:txBody>
      </p:sp>
      <p:sp>
        <p:nvSpPr>
          <p:cNvPr id="5" name="Foliennummernplatzhalter 4">
            <a:extLst>
              <a:ext uri="{FF2B5EF4-FFF2-40B4-BE49-F238E27FC236}">
                <a16:creationId xmlns:a16="http://schemas.microsoft.com/office/drawing/2014/main" id="{CE86708E-99D6-64F2-E605-6FF8885ECA55}"/>
              </a:ext>
            </a:extLst>
          </p:cNvPr>
          <p:cNvSpPr>
            <a:spLocks noGrp="1"/>
          </p:cNvSpPr>
          <p:nvPr>
            <p:ph type="sldNum" sz="quarter" idx="11"/>
          </p:nvPr>
        </p:nvSpPr>
        <p:spPr/>
        <p:txBody>
          <a:bodyPr/>
          <a:lstStyle/>
          <a:p>
            <a:fld id="{13FEB9C3-1FF9-4F1A-B0DB-7E320F93F669}" type="slidenum">
              <a:rPr lang="de-DE" smtClean="0"/>
              <a:pPr/>
              <a:t>29</a:t>
            </a:fld>
            <a:endParaRPr lang="de-DE"/>
          </a:p>
        </p:txBody>
      </p:sp>
    </p:spTree>
    <p:extLst>
      <p:ext uri="{BB962C8B-B14F-4D97-AF65-F5344CB8AC3E}">
        <p14:creationId xmlns:p14="http://schemas.microsoft.com/office/powerpoint/2010/main" val="41567315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4522B7F-14E0-9263-4623-180A45F12EE8}"/>
              </a:ext>
            </a:extLst>
          </p:cNvPr>
          <p:cNvSpPr>
            <a:spLocks noGrp="1"/>
          </p:cNvSpPr>
          <p:nvPr>
            <p:ph type="sldNum" sz="quarter" idx="11"/>
          </p:nvPr>
        </p:nvSpPr>
        <p:spPr/>
        <p:txBody>
          <a:bodyPr/>
          <a:lstStyle/>
          <a:p>
            <a:fld id="{13FEB9C3-1FF9-4F1A-B0DB-7E320F93F669}" type="slidenum">
              <a:rPr lang="de-DE" smtClean="0"/>
              <a:pPr/>
              <a:t>30</a:t>
            </a:fld>
            <a:endParaRPr lang="de-DE"/>
          </a:p>
        </p:txBody>
      </p:sp>
      <p:sp>
        <p:nvSpPr>
          <p:cNvPr id="3" name="Textplatzhalter 2">
            <a:extLst>
              <a:ext uri="{FF2B5EF4-FFF2-40B4-BE49-F238E27FC236}">
                <a16:creationId xmlns:a16="http://schemas.microsoft.com/office/drawing/2014/main" id="{7C29330A-5F77-F245-E4D9-B0EC104E8C0D}"/>
              </a:ext>
            </a:extLst>
          </p:cNvPr>
          <p:cNvSpPr>
            <a:spLocks noGrp="1"/>
          </p:cNvSpPr>
          <p:nvPr>
            <p:ph type="body" sz="quarter" idx="12"/>
          </p:nvPr>
        </p:nvSpPr>
        <p:spPr/>
        <p:txBody>
          <a:bodyPr/>
          <a:lstStyle/>
          <a:p>
            <a:r>
              <a:rPr lang="de-DE" dirty="0"/>
              <a:t>Zero-Shot-Learning</a:t>
            </a:r>
          </a:p>
        </p:txBody>
      </p:sp>
      <p:sp>
        <p:nvSpPr>
          <p:cNvPr id="4" name="Inhaltsplatzhalter 3">
            <a:extLst>
              <a:ext uri="{FF2B5EF4-FFF2-40B4-BE49-F238E27FC236}">
                <a16:creationId xmlns:a16="http://schemas.microsoft.com/office/drawing/2014/main" id="{B22535F1-1BD1-24CC-3339-17DE531435E5}"/>
              </a:ext>
            </a:extLst>
          </p:cNvPr>
          <p:cNvSpPr>
            <a:spLocks noGrp="1"/>
          </p:cNvSpPr>
          <p:nvPr>
            <p:ph idx="1"/>
          </p:nvPr>
        </p:nvSpPr>
        <p:spPr/>
        <p:txBody>
          <a:bodyPr/>
          <a:lstStyle/>
          <a:p>
            <a:r>
              <a:rPr lang="de-DE" dirty="0"/>
              <a:t>ex.</a:t>
            </a:r>
          </a:p>
        </p:txBody>
      </p:sp>
      <p:sp>
        <p:nvSpPr>
          <p:cNvPr id="5" name="Fußzeilenplatzhalter 4">
            <a:extLst>
              <a:ext uri="{FF2B5EF4-FFF2-40B4-BE49-F238E27FC236}">
                <a16:creationId xmlns:a16="http://schemas.microsoft.com/office/drawing/2014/main" id="{8DE7DB68-ADA7-233B-253E-42E1150B6B33}"/>
              </a:ext>
            </a:extLst>
          </p:cNvPr>
          <p:cNvSpPr>
            <a:spLocks noGrp="1"/>
          </p:cNvSpPr>
          <p:nvPr>
            <p:ph type="ftr" sz="quarter" idx="13"/>
          </p:nvPr>
        </p:nvSpPr>
        <p:spPr/>
        <p:txBody>
          <a:bodyPr/>
          <a:lstStyle/>
          <a:p>
            <a:r>
              <a:rPr lang="de-DE"/>
              <a:t>www.th-nuernberg.de</a:t>
            </a:r>
            <a:endParaRPr lang="de-DE" dirty="0"/>
          </a:p>
        </p:txBody>
      </p:sp>
    </p:spTree>
    <p:extLst>
      <p:ext uri="{BB962C8B-B14F-4D97-AF65-F5344CB8AC3E}">
        <p14:creationId xmlns:p14="http://schemas.microsoft.com/office/powerpoint/2010/main" val="730734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4522B7F-14E0-9263-4623-180A45F12EE8}"/>
              </a:ext>
            </a:extLst>
          </p:cNvPr>
          <p:cNvSpPr>
            <a:spLocks noGrp="1"/>
          </p:cNvSpPr>
          <p:nvPr>
            <p:ph type="sldNum" sz="quarter" idx="11"/>
          </p:nvPr>
        </p:nvSpPr>
        <p:spPr/>
        <p:txBody>
          <a:bodyPr/>
          <a:lstStyle/>
          <a:p>
            <a:fld id="{13FEB9C3-1FF9-4F1A-B0DB-7E320F93F669}" type="slidenum">
              <a:rPr lang="de-DE" smtClean="0"/>
              <a:pPr/>
              <a:t>31</a:t>
            </a:fld>
            <a:endParaRPr lang="de-DE"/>
          </a:p>
        </p:txBody>
      </p:sp>
      <p:sp>
        <p:nvSpPr>
          <p:cNvPr id="3" name="Textplatzhalter 2">
            <a:extLst>
              <a:ext uri="{FF2B5EF4-FFF2-40B4-BE49-F238E27FC236}">
                <a16:creationId xmlns:a16="http://schemas.microsoft.com/office/drawing/2014/main" id="{7C29330A-5F77-F245-E4D9-B0EC104E8C0D}"/>
              </a:ext>
            </a:extLst>
          </p:cNvPr>
          <p:cNvSpPr>
            <a:spLocks noGrp="1"/>
          </p:cNvSpPr>
          <p:nvPr>
            <p:ph type="body" sz="quarter" idx="12"/>
          </p:nvPr>
        </p:nvSpPr>
        <p:spPr/>
        <p:txBody>
          <a:bodyPr/>
          <a:lstStyle/>
          <a:p>
            <a:r>
              <a:rPr lang="de-DE" dirty="0" err="1"/>
              <a:t>One</a:t>
            </a:r>
            <a:r>
              <a:rPr lang="de-DE" dirty="0"/>
              <a:t>-Shot-Learning</a:t>
            </a:r>
          </a:p>
        </p:txBody>
      </p:sp>
      <p:sp>
        <p:nvSpPr>
          <p:cNvPr id="4" name="Inhaltsplatzhalter 3">
            <a:extLst>
              <a:ext uri="{FF2B5EF4-FFF2-40B4-BE49-F238E27FC236}">
                <a16:creationId xmlns:a16="http://schemas.microsoft.com/office/drawing/2014/main" id="{B22535F1-1BD1-24CC-3339-17DE531435E5}"/>
              </a:ext>
            </a:extLst>
          </p:cNvPr>
          <p:cNvSpPr>
            <a:spLocks noGrp="1"/>
          </p:cNvSpPr>
          <p:nvPr>
            <p:ph idx="1"/>
          </p:nvPr>
        </p:nvSpPr>
        <p:spPr/>
        <p:txBody>
          <a:bodyPr/>
          <a:lstStyle/>
          <a:p>
            <a:r>
              <a:rPr lang="de-DE" dirty="0"/>
              <a:t>Herr Präsident! Liebe Kolleginnen und Kollegen! Liebe Frau Scheel, liebe Frau Staatssekretärin Hendricks, ich muss ganz ehrlich sagen: Ich finde Sie eigentlich sympathisch. Deswegen tut es mir immer Leid, dass Sie dann, wenn Sie hier vorne sprechen, langfristiger und kurzfristiger Gedächtnisschwund befällt.</a:t>
            </a:r>
          </a:p>
          <a:p>
            <a:endParaRPr lang="de-DE" dirty="0"/>
          </a:p>
          <a:p>
            <a:pPr marL="0" indent="0">
              <a:buNone/>
            </a:pPr>
            <a:endParaRPr lang="de-DE" dirty="0"/>
          </a:p>
        </p:txBody>
      </p:sp>
      <p:sp>
        <p:nvSpPr>
          <p:cNvPr id="5" name="Fußzeilenplatzhalter 4">
            <a:extLst>
              <a:ext uri="{FF2B5EF4-FFF2-40B4-BE49-F238E27FC236}">
                <a16:creationId xmlns:a16="http://schemas.microsoft.com/office/drawing/2014/main" id="{8DE7DB68-ADA7-233B-253E-42E1150B6B33}"/>
              </a:ext>
            </a:extLst>
          </p:cNvPr>
          <p:cNvSpPr>
            <a:spLocks noGrp="1"/>
          </p:cNvSpPr>
          <p:nvPr>
            <p:ph type="ftr" sz="quarter" idx="13"/>
          </p:nvPr>
        </p:nvSpPr>
        <p:spPr/>
        <p:txBody>
          <a:bodyPr/>
          <a:lstStyle/>
          <a:p>
            <a:r>
              <a:rPr lang="de-DE"/>
              <a:t>www.th-nuernberg.de</a:t>
            </a:r>
            <a:endParaRPr lang="de-DE" dirty="0"/>
          </a:p>
        </p:txBody>
      </p:sp>
    </p:spTree>
    <p:extLst>
      <p:ext uri="{BB962C8B-B14F-4D97-AF65-F5344CB8AC3E}">
        <p14:creationId xmlns:p14="http://schemas.microsoft.com/office/powerpoint/2010/main" val="31718855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nummernplatzhalter 1">
            <a:extLst>
              <a:ext uri="{FF2B5EF4-FFF2-40B4-BE49-F238E27FC236}">
                <a16:creationId xmlns:a16="http://schemas.microsoft.com/office/drawing/2014/main" id="{94522B7F-14E0-9263-4623-180A45F12EE8}"/>
              </a:ext>
            </a:extLst>
          </p:cNvPr>
          <p:cNvSpPr>
            <a:spLocks noGrp="1"/>
          </p:cNvSpPr>
          <p:nvPr>
            <p:ph type="sldNum" sz="quarter" idx="11"/>
          </p:nvPr>
        </p:nvSpPr>
        <p:spPr/>
        <p:txBody>
          <a:bodyPr/>
          <a:lstStyle/>
          <a:p>
            <a:fld id="{13FEB9C3-1FF9-4F1A-B0DB-7E320F93F669}" type="slidenum">
              <a:rPr lang="de-DE" smtClean="0"/>
              <a:pPr/>
              <a:t>32</a:t>
            </a:fld>
            <a:endParaRPr lang="de-DE"/>
          </a:p>
        </p:txBody>
      </p:sp>
      <p:sp>
        <p:nvSpPr>
          <p:cNvPr id="3" name="Textplatzhalter 2">
            <a:extLst>
              <a:ext uri="{FF2B5EF4-FFF2-40B4-BE49-F238E27FC236}">
                <a16:creationId xmlns:a16="http://schemas.microsoft.com/office/drawing/2014/main" id="{7C29330A-5F77-F245-E4D9-B0EC104E8C0D}"/>
              </a:ext>
            </a:extLst>
          </p:cNvPr>
          <p:cNvSpPr>
            <a:spLocks noGrp="1"/>
          </p:cNvSpPr>
          <p:nvPr>
            <p:ph type="body" sz="quarter" idx="12"/>
          </p:nvPr>
        </p:nvSpPr>
        <p:spPr/>
        <p:txBody>
          <a:bodyPr/>
          <a:lstStyle/>
          <a:p>
            <a:r>
              <a:rPr lang="de-DE" dirty="0" err="1"/>
              <a:t>Few</a:t>
            </a:r>
            <a:r>
              <a:rPr lang="de-DE" dirty="0"/>
              <a:t>-Shot-Learning</a:t>
            </a:r>
          </a:p>
        </p:txBody>
      </p:sp>
      <p:sp>
        <p:nvSpPr>
          <p:cNvPr id="4" name="Inhaltsplatzhalter 3">
            <a:extLst>
              <a:ext uri="{FF2B5EF4-FFF2-40B4-BE49-F238E27FC236}">
                <a16:creationId xmlns:a16="http://schemas.microsoft.com/office/drawing/2014/main" id="{B22535F1-1BD1-24CC-3339-17DE531435E5}"/>
              </a:ext>
            </a:extLst>
          </p:cNvPr>
          <p:cNvSpPr>
            <a:spLocks noGrp="1"/>
          </p:cNvSpPr>
          <p:nvPr>
            <p:ph idx="1"/>
          </p:nvPr>
        </p:nvSpPr>
        <p:spPr/>
        <p:txBody>
          <a:bodyPr/>
          <a:lstStyle/>
          <a:p>
            <a:r>
              <a:rPr lang="de-DE" dirty="0"/>
              <a:t>ex.</a:t>
            </a:r>
          </a:p>
        </p:txBody>
      </p:sp>
      <p:sp>
        <p:nvSpPr>
          <p:cNvPr id="5" name="Fußzeilenplatzhalter 4">
            <a:extLst>
              <a:ext uri="{FF2B5EF4-FFF2-40B4-BE49-F238E27FC236}">
                <a16:creationId xmlns:a16="http://schemas.microsoft.com/office/drawing/2014/main" id="{8DE7DB68-ADA7-233B-253E-42E1150B6B33}"/>
              </a:ext>
            </a:extLst>
          </p:cNvPr>
          <p:cNvSpPr>
            <a:spLocks noGrp="1"/>
          </p:cNvSpPr>
          <p:nvPr>
            <p:ph type="ftr" sz="quarter" idx="13"/>
          </p:nvPr>
        </p:nvSpPr>
        <p:spPr/>
        <p:txBody>
          <a:bodyPr/>
          <a:lstStyle/>
          <a:p>
            <a:r>
              <a:rPr lang="de-DE"/>
              <a:t>www.th-nuernberg.de</a:t>
            </a:r>
            <a:endParaRPr lang="de-DE" dirty="0"/>
          </a:p>
        </p:txBody>
      </p:sp>
    </p:spTree>
    <p:extLst>
      <p:ext uri="{BB962C8B-B14F-4D97-AF65-F5344CB8AC3E}">
        <p14:creationId xmlns:p14="http://schemas.microsoft.com/office/powerpoint/2010/main" val="2584946061"/>
      </p:ext>
    </p:extLst>
  </p:cSld>
  <p:clrMapOvr>
    <a:masterClrMapping/>
  </p:clrMapOvr>
</p:sld>
</file>

<file path=ppt/theme/theme1.xml><?xml version="1.0" encoding="utf-8"?>
<a:theme xmlns:a="http://schemas.openxmlformats.org/drawingml/2006/main" name="Office">
  <a:themeElements>
    <a:clrScheme name="Benutzerdefiniert 2">
      <a:dk1>
        <a:srgbClr val="16283D"/>
      </a:dk1>
      <a:lt1>
        <a:sysClr val="window" lastClr="FFFFFF"/>
      </a:lt1>
      <a:dk2>
        <a:srgbClr val="000000"/>
      </a:dk2>
      <a:lt2>
        <a:srgbClr val="E7E6E6"/>
      </a:lt2>
      <a:accent1>
        <a:srgbClr val="C72426"/>
      </a:accent1>
      <a:accent2>
        <a:srgbClr val="16283D"/>
      </a:accent2>
      <a:accent3>
        <a:srgbClr val="D6EAF5"/>
      </a:accent3>
      <a:accent4>
        <a:srgbClr val="FFE763"/>
      </a:accent4>
      <a:accent5>
        <a:srgbClr val="603F80"/>
      </a:accent5>
      <a:accent6>
        <a:srgbClr val="83AC54"/>
      </a:accent6>
      <a:hlink>
        <a:srgbClr val="2D87B8"/>
      </a:hlink>
      <a:folHlink>
        <a:srgbClr val="B1D7EB"/>
      </a:folHlink>
    </a:clrScheme>
    <a:fontScheme name="TH Nürnberg OHM">
      <a:majorFont>
        <a:latin typeface="Public Sans ExtraBold"/>
        <a:ea typeface=""/>
        <a:cs typeface=""/>
      </a:majorFont>
      <a:minorFont>
        <a:latin typeface="Public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normAutofit/>
      </a:bodyPr>
      <a:lstStyle>
        <a:defPPr algn="ctr">
          <a:defRPr sz="2400"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2023-02-22 Präsentationsvorlage - Kopie.potx" id="{B0D07936-725D-4CD1-A297-760B5C13FA30}" vid="{E93DF1DA-F3D8-42D9-B96E-9A8FB9047E34}"/>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Vorlage_Präsentation_Ohm_neu</Template>
  <TotalTime>0</TotalTime>
  <Words>2790</Words>
  <Application>Microsoft Office PowerPoint</Application>
  <PresentationFormat>Breitbild</PresentationFormat>
  <Paragraphs>177</Paragraphs>
  <Slides>32</Slides>
  <Notes>6</Notes>
  <HiddenSlides>0</HiddenSlides>
  <MMClips>0</MMClips>
  <ScaleCrop>false</ScaleCrop>
  <HeadingPairs>
    <vt:vector size="6" baseType="variant">
      <vt:variant>
        <vt:lpstr>Verwendete Schriftarten</vt:lpstr>
      </vt:variant>
      <vt:variant>
        <vt:i4>8</vt:i4>
      </vt:variant>
      <vt:variant>
        <vt:lpstr>Design</vt:lpstr>
      </vt:variant>
      <vt:variant>
        <vt:i4>1</vt:i4>
      </vt:variant>
      <vt:variant>
        <vt:lpstr>Folientitel</vt:lpstr>
      </vt:variant>
      <vt:variant>
        <vt:i4>32</vt:i4>
      </vt:variant>
    </vt:vector>
  </HeadingPairs>
  <TitlesOfParts>
    <vt:vector size="41" baseType="lpstr">
      <vt:lpstr>Public Sans</vt:lpstr>
      <vt:lpstr>Public Sans ExtraBold</vt:lpstr>
      <vt:lpstr>Public Sans Medium</vt:lpstr>
      <vt:lpstr>Arial</vt:lpstr>
      <vt:lpstr>Calibri</vt:lpstr>
      <vt:lpstr>Courier New</vt:lpstr>
      <vt:lpstr>Noto Sans</vt:lpstr>
      <vt:lpstr>Segoe UI</vt:lpstr>
      <vt:lpstr>Office</vt:lpstr>
      <vt:lpstr>Team Bundestag  Natural Language Processing</vt:lpstr>
      <vt:lpstr>Datenbeschaffung</vt:lpstr>
      <vt:lpstr>Datengrundlage</vt:lpstr>
      <vt:lpstr>Was steht im Protokolltext?</vt:lpstr>
      <vt:lpstr>Statistische Analyse</vt:lpstr>
      <vt:lpstr>Statistische Analyse</vt:lpstr>
      <vt:lpstr>Statistische Analyse</vt:lpstr>
      <vt:lpstr>PowerPoint-Präsentation</vt:lpstr>
      <vt:lpstr>PowerPoint-Präsentation</vt:lpstr>
      <vt:lpstr>PowerPoint-Präsentation</vt:lpstr>
      <vt:lpstr>PowerPoint-Präsentation</vt:lpstr>
      <vt:lpstr>PowerPoint-Präsentation</vt:lpstr>
      <vt:lpstr>Sentiment Analyse Zwischenrufe</vt:lpstr>
      <vt:lpstr>Selbst labeln. Aber wie?</vt:lpstr>
      <vt:lpstr>Sind alle Zwischenrufe negativ?</vt:lpstr>
      <vt:lpstr>Klassifikation</vt:lpstr>
      <vt:lpstr>Mein Task?</vt:lpstr>
      <vt:lpstr>1. Naive Bayes</vt:lpstr>
      <vt:lpstr>2. BERT (Satzebene)</vt:lpstr>
      <vt:lpstr>2. BERT (Satzebene)</vt:lpstr>
      <vt:lpstr>2. BERT (Satzebene)</vt:lpstr>
      <vt:lpstr>PowerPoint-Präsentation</vt:lpstr>
      <vt:lpstr>PowerPoint-Präsentation</vt:lpstr>
      <vt:lpstr>4. RoBERTa</vt:lpstr>
      <vt:lpstr>5. LLM-Modell (GPT 3.5 Turbo)</vt:lpstr>
      <vt:lpstr>Text Generation</vt:lpstr>
      <vt:lpstr>Parameter</vt:lpstr>
      <vt:lpstr>In-Context-Learning</vt:lpstr>
      <vt:lpstr>System Prompt</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Bruns, Alice</dc:creator>
  <cp:lastModifiedBy>Linh Tran</cp:lastModifiedBy>
  <cp:revision>11</cp:revision>
  <dcterms:created xsi:type="dcterms:W3CDTF">2023-03-09T13:42:37Z</dcterms:created>
  <dcterms:modified xsi:type="dcterms:W3CDTF">2024-06-23T21:59:54Z</dcterms:modified>
</cp:coreProperties>
</file>